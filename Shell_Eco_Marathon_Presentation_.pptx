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5" r:id="rId1"/>
  </p:sldMasterIdLst>
  <p:notesMasterIdLst>
    <p:notesMasterId r:id="rId24"/>
  </p:notesMasterIdLst>
  <p:sldIdLst>
    <p:sldId id="256" r:id="rId2"/>
    <p:sldId id="303" r:id="rId3"/>
    <p:sldId id="257" r:id="rId4"/>
    <p:sldId id="258" r:id="rId5"/>
    <p:sldId id="300" r:id="rId6"/>
    <p:sldId id="259" r:id="rId7"/>
    <p:sldId id="297" r:id="rId8"/>
    <p:sldId id="298" r:id="rId9"/>
    <p:sldId id="302" r:id="rId10"/>
    <p:sldId id="299" r:id="rId11"/>
    <p:sldId id="260" r:id="rId12"/>
    <p:sldId id="301" r:id="rId13"/>
    <p:sldId id="261" r:id="rId14"/>
    <p:sldId id="296" r:id="rId15"/>
    <p:sldId id="262" r:id="rId16"/>
    <p:sldId id="263" r:id="rId17"/>
    <p:sldId id="264" r:id="rId18"/>
    <p:sldId id="265" r:id="rId19"/>
    <p:sldId id="266" r:id="rId20"/>
    <p:sldId id="267" r:id="rId21"/>
    <p:sldId id="268" r:id="rId22"/>
    <p:sldId id="269" r:id="rId23"/>
  </p:sldIdLst>
  <p:sldSz cx="9144000" cy="5143500" type="screen16x9"/>
  <p:notesSz cx="6858000" cy="9144000"/>
  <p:embeddedFontLst>
    <p:embeddedFont>
      <p:font typeface="Archivo" panose="020B0604020202020204" charset="0"/>
      <p:regular r:id="rId25"/>
      <p:bold r:id="rId26"/>
      <p:italic r:id="rId27"/>
      <p:boldItalic r:id="rId28"/>
    </p:embeddedFont>
    <p:embeddedFont>
      <p:font typeface="Cambria Math" panose="02040503050406030204" pitchFamily="18" charset="0"/>
      <p:regular r:id="rId29"/>
    </p:embeddedFont>
    <p:embeddedFont>
      <p:font typeface="Open Sans" panose="020B0606030504020204" pitchFamily="34" charset="0"/>
      <p:regular r:id="rId30"/>
      <p:bold r:id="rId31"/>
      <p:italic r:id="rId32"/>
      <p:boldItalic r:id="rId33"/>
    </p:embeddedFont>
    <p:embeddedFont>
      <p:font typeface="PT Sans" panose="020B0503020203020204" pitchFamily="34" charset="0"/>
      <p:regular r:id="rId34"/>
      <p:bold r:id="rId35"/>
      <p:italic r:id="rId36"/>
      <p:boldItalic r:id="rId37"/>
    </p:embeddedFont>
    <p:embeddedFont>
      <p:font typeface="Roboto Condensed Light" panose="02000000000000000000" pitchFamily="2" charset="0"/>
      <p:regular r:id="rId38"/>
      <p:italic r:id="rId39"/>
    </p:embeddedFont>
    <p:embeddedFont>
      <p:font typeface="Space Mono" panose="020B060402020202020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8AE95-A0CF-45C5-8924-D16475CA1D9F}" v="379" dt="2025-11-17T17:50:45.101"/>
  </p1510:revLst>
</p1510:revInfo>
</file>

<file path=ppt/tableStyles.xml><?xml version="1.0" encoding="utf-8"?>
<a:tblStyleLst xmlns:a="http://schemas.openxmlformats.org/drawingml/2006/main" def="{89A718BC-D9DF-4CDF-BDD1-40AA4C8D3C89}">
  <a:tblStyle styleId="{89A718BC-D9DF-4CDF-BDD1-40AA4C8D3C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FB0B6EE-F8D5-435E-AE36-88891FAFBE1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3457" autoAdjust="0"/>
  </p:normalViewPr>
  <p:slideViewPr>
    <p:cSldViewPr snapToGrid="0">
      <p:cViewPr>
        <p:scale>
          <a:sx n="69" d="100"/>
          <a:sy n="69" d="100"/>
        </p:scale>
        <p:origin x="1224" y="2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 userId="4917daba4166e18a" providerId="LiveId" clId="{E741E6EC-A0C8-4ADF-8525-F50B492F0F73}"/>
    <pc:docChg chg="undo custSel addSld delSld modSld sldOrd delMainMaster">
      <pc:chgData name="vignesh M" userId="4917daba4166e18a" providerId="LiveId" clId="{E741E6EC-A0C8-4ADF-8525-F50B492F0F73}" dt="2025-11-17T17:55:45.326" v="5723" actId="20577"/>
      <pc:docMkLst>
        <pc:docMk/>
      </pc:docMkLst>
      <pc:sldChg chg="addSp modSp mod">
        <pc:chgData name="vignesh M" userId="4917daba4166e18a" providerId="LiveId" clId="{E741E6EC-A0C8-4ADF-8525-F50B492F0F73}" dt="2025-11-17T10:15:30.084" v="5355" actId="5793"/>
        <pc:sldMkLst>
          <pc:docMk/>
          <pc:sldMk cId="0" sldId="257"/>
        </pc:sldMkLst>
        <pc:spChg chg="add">
          <ac:chgData name="vignesh M" userId="4917daba4166e18a" providerId="LiveId" clId="{E741E6EC-A0C8-4ADF-8525-F50B492F0F73}" dt="2025-11-16T22:16:11.866" v="4633"/>
          <ac:spMkLst>
            <pc:docMk/>
            <pc:sldMk cId="0" sldId="257"/>
            <ac:spMk id="2" creationId="{222552BA-5F20-60FF-66F0-63168E16EE62}"/>
          </ac:spMkLst>
        </pc:spChg>
        <pc:spChg chg="add mod">
          <ac:chgData name="vignesh M" userId="4917daba4166e18a" providerId="LiveId" clId="{E741E6EC-A0C8-4ADF-8525-F50B492F0F73}" dt="2025-11-16T22:16:23.783" v="4635"/>
          <ac:spMkLst>
            <pc:docMk/>
            <pc:sldMk cId="0" sldId="257"/>
            <ac:spMk id="3" creationId="{A87212BE-C1F4-C9E7-6EA3-423F89243FA6}"/>
          </ac:spMkLst>
        </pc:spChg>
        <pc:spChg chg="add">
          <ac:chgData name="vignesh M" userId="4917daba4166e18a" providerId="LiveId" clId="{E741E6EC-A0C8-4ADF-8525-F50B492F0F73}" dt="2025-11-16T22:16:33.504" v="4637"/>
          <ac:spMkLst>
            <pc:docMk/>
            <pc:sldMk cId="0" sldId="257"/>
            <ac:spMk id="4" creationId="{51670C26-D7C9-A587-7F60-F40FFD1C38B8}"/>
          </ac:spMkLst>
        </pc:spChg>
        <pc:spChg chg="add">
          <ac:chgData name="vignesh M" userId="4917daba4166e18a" providerId="LiveId" clId="{E741E6EC-A0C8-4ADF-8525-F50B492F0F73}" dt="2025-11-16T22:19:47.811" v="4810"/>
          <ac:spMkLst>
            <pc:docMk/>
            <pc:sldMk cId="0" sldId="257"/>
            <ac:spMk id="5" creationId="{00E14188-5E7E-C635-33DE-3195E07651E4}"/>
          </ac:spMkLst>
        </pc:spChg>
        <pc:spChg chg="mod">
          <ac:chgData name="vignesh M" userId="4917daba4166e18a" providerId="LiveId" clId="{E741E6EC-A0C8-4ADF-8525-F50B492F0F73}" dt="2025-11-17T10:15:30.084" v="5355" actId="5793"/>
          <ac:spMkLst>
            <pc:docMk/>
            <pc:sldMk cId="0" sldId="257"/>
            <ac:spMk id="19" creationId="{2CB4D4D8-F088-C652-AC70-069EE5CC6315}"/>
          </ac:spMkLst>
        </pc:spChg>
      </pc:sldChg>
      <pc:sldChg chg="modSp mod">
        <pc:chgData name="vignesh M" userId="4917daba4166e18a" providerId="LiveId" clId="{E741E6EC-A0C8-4ADF-8525-F50B492F0F73}" dt="2025-11-12T16:19:28.980" v="1330" actId="2711"/>
        <pc:sldMkLst>
          <pc:docMk/>
          <pc:sldMk cId="0" sldId="258"/>
        </pc:sldMkLst>
        <pc:spChg chg="mod">
          <ac:chgData name="vignesh M" userId="4917daba4166e18a" providerId="LiveId" clId="{E741E6EC-A0C8-4ADF-8525-F50B492F0F73}" dt="2025-11-12T16:19:28.980" v="1330" actId="2711"/>
          <ac:spMkLst>
            <pc:docMk/>
            <pc:sldMk cId="0" sldId="258"/>
            <ac:spMk id="25" creationId="{193C20BA-8A73-4508-2E21-7DE147775585}"/>
          </ac:spMkLst>
        </pc:spChg>
        <pc:spChg chg="mod">
          <ac:chgData name="vignesh M" userId="4917daba4166e18a" providerId="LiveId" clId="{E741E6EC-A0C8-4ADF-8525-F50B492F0F73}" dt="2025-11-12T16:19:28.477" v="1329" actId="2711"/>
          <ac:spMkLst>
            <pc:docMk/>
            <pc:sldMk cId="0" sldId="258"/>
            <ac:spMk id="28" creationId="{B9E9384B-6D74-34E5-80C7-09D658E75989}"/>
          </ac:spMkLst>
        </pc:spChg>
      </pc:sldChg>
      <pc:sldChg chg="delSp modSp mod ord">
        <pc:chgData name="vignesh M" userId="4917daba4166e18a" providerId="LiveId" clId="{E741E6EC-A0C8-4ADF-8525-F50B492F0F73}" dt="2025-11-17T09:36:23.690" v="5253" actId="33524"/>
        <pc:sldMkLst>
          <pc:docMk/>
          <pc:sldMk cId="0" sldId="259"/>
        </pc:sldMkLst>
        <pc:spChg chg="mod">
          <ac:chgData name="vignesh M" userId="4917daba4166e18a" providerId="LiveId" clId="{E741E6EC-A0C8-4ADF-8525-F50B492F0F73}" dt="2025-11-17T09:19:48.469" v="5239" actId="1076"/>
          <ac:spMkLst>
            <pc:docMk/>
            <pc:sldMk cId="0" sldId="259"/>
            <ac:spMk id="9" creationId="{6BB033AD-40B2-6AFD-52C5-212A715B06FC}"/>
          </ac:spMkLst>
        </pc:spChg>
        <pc:spChg chg="mod">
          <ac:chgData name="vignesh M" userId="4917daba4166e18a" providerId="LiveId" clId="{E741E6EC-A0C8-4ADF-8525-F50B492F0F73}" dt="2025-11-12T16:05:16.692" v="1322" actId="1076"/>
          <ac:spMkLst>
            <pc:docMk/>
            <pc:sldMk cId="0" sldId="259"/>
            <ac:spMk id="10" creationId="{1B058164-2590-3906-05F1-FCF2C17563AD}"/>
          </ac:spMkLst>
        </pc:spChg>
        <pc:spChg chg="mod">
          <ac:chgData name="vignesh M" userId="4917daba4166e18a" providerId="LiveId" clId="{E741E6EC-A0C8-4ADF-8525-F50B492F0F73}" dt="2025-11-17T09:36:23.690" v="5253" actId="33524"/>
          <ac:spMkLst>
            <pc:docMk/>
            <pc:sldMk cId="0" sldId="259"/>
            <ac:spMk id="11" creationId="{8E2DCA84-0D09-0CB1-1B7D-978557FB297A}"/>
          </ac:spMkLst>
        </pc:spChg>
        <pc:spChg chg="del mod">
          <ac:chgData name="vignesh M" userId="4917daba4166e18a" providerId="LiveId" clId="{E741E6EC-A0C8-4ADF-8525-F50B492F0F73}" dt="2025-11-17T09:35:41.251" v="5250"/>
          <ac:spMkLst>
            <pc:docMk/>
            <pc:sldMk cId="0" sldId="259"/>
            <ac:spMk id="14" creationId="{CFF7B4C1-23D3-D50F-65A2-564BCD783188}"/>
          </ac:spMkLst>
        </pc:spChg>
      </pc:sldChg>
      <pc:sldChg chg="addSp delSp modSp mod">
        <pc:chgData name="vignesh M" userId="4917daba4166e18a" providerId="LiveId" clId="{E741E6EC-A0C8-4ADF-8525-F50B492F0F73}" dt="2025-11-17T09:38:12.293" v="5276" actId="5793"/>
        <pc:sldMkLst>
          <pc:docMk/>
          <pc:sldMk cId="0" sldId="260"/>
        </pc:sldMkLst>
        <pc:spChg chg="add mod">
          <ac:chgData name="vignesh M" userId="4917daba4166e18a" providerId="LiveId" clId="{E741E6EC-A0C8-4ADF-8525-F50B492F0F73}" dt="2025-11-12T02:15:54.841" v="34" actId="255"/>
          <ac:spMkLst>
            <pc:docMk/>
            <pc:sldMk cId="0" sldId="260"/>
            <ac:spMk id="2" creationId="{4A3CDD56-FE8B-16C3-D43B-982EC9B65DDF}"/>
          </ac:spMkLst>
        </pc:spChg>
        <pc:spChg chg="add mod">
          <ac:chgData name="vignesh M" userId="4917daba4166e18a" providerId="LiveId" clId="{E741E6EC-A0C8-4ADF-8525-F50B492F0F73}" dt="2025-11-17T09:38:12.293" v="5276" actId="5793"/>
          <ac:spMkLst>
            <pc:docMk/>
            <pc:sldMk cId="0" sldId="260"/>
            <ac:spMk id="7" creationId="{D0D28F89-B261-5B6A-645F-1274ABDF855D}"/>
          </ac:spMkLst>
        </pc:spChg>
        <pc:picChg chg="add mod">
          <ac:chgData name="vignesh M" userId="4917daba4166e18a" providerId="LiveId" clId="{E741E6EC-A0C8-4ADF-8525-F50B492F0F73}" dt="2025-11-12T14:36:53.244" v="262" actId="1076"/>
          <ac:picMkLst>
            <pc:docMk/>
            <pc:sldMk cId="0" sldId="260"/>
            <ac:picMk id="9" creationId="{4BE97271-9DC0-04E6-C5FA-5DE7DC1FB333}"/>
          </ac:picMkLst>
        </pc:picChg>
      </pc:sldChg>
      <pc:sldChg chg="modSp mod">
        <pc:chgData name="vignesh M" userId="4917daba4166e18a" providerId="LiveId" clId="{E741E6EC-A0C8-4ADF-8525-F50B492F0F73}" dt="2025-11-17T08:14:32.096" v="5197" actId="2710"/>
        <pc:sldMkLst>
          <pc:docMk/>
          <pc:sldMk cId="0" sldId="261"/>
        </pc:sldMkLst>
        <pc:spChg chg="mod">
          <ac:chgData name="vignesh M" userId="4917daba4166e18a" providerId="LiveId" clId="{E741E6EC-A0C8-4ADF-8525-F50B492F0F73}" dt="2025-11-17T08:14:32.096" v="5197" actId="2710"/>
          <ac:spMkLst>
            <pc:docMk/>
            <pc:sldMk cId="0" sldId="261"/>
            <ac:spMk id="14" creationId="{90905895-6C31-4E91-6370-0A440B8D5D94}"/>
          </ac:spMkLst>
        </pc:spChg>
      </pc:sldChg>
      <pc:sldChg chg="addSp delSp modSp mod">
        <pc:chgData name="vignesh M" userId="4917daba4166e18a" providerId="LiveId" clId="{E741E6EC-A0C8-4ADF-8525-F50B492F0F73}" dt="2025-11-17T10:24:42.952" v="5358" actId="1076"/>
        <pc:sldMkLst>
          <pc:docMk/>
          <pc:sldMk cId="0" sldId="262"/>
        </pc:sldMkLst>
        <pc:spChg chg="mod">
          <ac:chgData name="vignesh M" userId="4917daba4166e18a" providerId="LiveId" clId="{E741E6EC-A0C8-4ADF-8525-F50B492F0F73}" dt="2025-11-17T10:24:38.775" v="5357" actId="1076"/>
          <ac:spMkLst>
            <pc:docMk/>
            <pc:sldMk cId="0" sldId="262"/>
            <ac:spMk id="21" creationId="{ED27DA0C-F696-33C3-E5F8-8F6BB8A61DE8}"/>
          </ac:spMkLst>
        </pc:spChg>
        <pc:spChg chg="mod">
          <ac:chgData name="vignesh M" userId="4917daba4166e18a" providerId="LiveId" clId="{E741E6EC-A0C8-4ADF-8525-F50B492F0F73}" dt="2025-11-17T10:24:33.582" v="5356" actId="1076"/>
          <ac:spMkLst>
            <pc:docMk/>
            <pc:sldMk cId="0" sldId="262"/>
            <ac:spMk id="25" creationId="{852E335A-9ACF-B295-1F08-8289EB5F007C}"/>
          </ac:spMkLst>
        </pc:spChg>
        <pc:picChg chg="add mod">
          <ac:chgData name="vignesh M" userId="4917daba4166e18a" providerId="LiveId" clId="{E741E6EC-A0C8-4ADF-8525-F50B492F0F73}" dt="2025-11-17T10:24:42.952" v="5358" actId="1076"/>
          <ac:picMkLst>
            <pc:docMk/>
            <pc:sldMk cId="0" sldId="262"/>
            <ac:picMk id="3" creationId="{E6318D8F-E60A-4BF1-A4C7-AA59BB858977}"/>
          </ac:picMkLst>
        </pc:picChg>
      </pc:sldChg>
      <pc:sldChg chg="modSp mod">
        <pc:chgData name="vignesh M" userId="4917daba4166e18a" providerId="LiveId" clId="{E741E6EC-A0C8-4ADF-8525-F50B492F0F73}" dt="2025-11-17T09:38:36.377" v="5278" actId="1076"/>
        <pc:sldMkLst>
          <pc:docMk/>
          <pc:sldMk cId="0" sldId="263"/>
        </pc:sldMkLst>
        <pc:spChg chg="mod">
          <ac:chgData name="vignesh M" userId="4917daba4166e18a" providerId="LiveId" clId="{E741E6EC-A0C8-4ADF-8525-F50B492F0F73}" dt="2025-11-17T09:38:31.886" v="5277" actId="1076"/>
          <ac:spMkLst>
            <pc:docMk/>
            <pc:sldMk cId="0" sldId="263"/>
            <ac:spMk id="25" creationId="{1490299B-5681-C44D-74C8-5969B5D2BFD7}"/>
          </ac:spMkLst>
        </pc:spChg>
        <pc:spChg chg="mod">
          <ac:chgData name="vignesh M" userId="4917daba4166e18a" providerId="LiveId" clId="{E741E6EC-A0C8-4ADF-8525-F50B492F0F73}" dt="2025-11-17T09:38:36.377" v="5278" actId="1076"/>
          <ac:spMkLst>
            <pc:docMk/>
            <pc:sldMk cId="0" sldId="263"/>
            <ac:spMk id="26" creationId="{8767B063-15AA-5399-625F-838E3753FB85}"/>
          </ac:spMkLst>
        </pc:spChg>
        <pc:picChg chg="mod">
          <ac:chgData name="vignesh M" userId="4917daba4166e18a" providerId="LiveId" clId="{E741E6EC-A0C8-4ADF-8525-F50B492F0F73}" dt="2025-11-17T08:18:28.444" v="5214" actId="14100"/>
          <ac:picMkLst>
            <pc:docMk/>
            <pc:sldMk cId="0" sldId="263"/>
            <ac:picMk id="23" creationId="{33EE35E2-1B81-0A2C-555C-17CC4B703B0F}"/>
          </ac:picMkLst>
        </pc:picChg>
      </pc:sldChg>
      <pc:sldChg chg="addSp modSp mod">
        <pc:chgData name="vignesh M" userId="4917daba4166e18a" providerId="LiveId" clId="{E741E6EC-A0C8-4ADF-8525-F50B492F0F73}" dt="2025-11-16T16:13:41.734" v="2988" actId="20577"/>
        <pc:sldMkLst>
          <pc:docMk/>
          <pc:sldMk cId="0" sldId="264"/>
        </pc:sldMkLst>
        <pc:spChg chg="mod">
          <ac:chgData name="vignesh M" userId="4917daba4166e18a" providerId="LiveId" clId="{E741E6EC-A0C8-4ADF-8525-F50B492F0F73}" dt="2025-11-16T16:13:41.734" v="2988" actId="20577"/>
          <ac:spMkLst>
            <pc:docMk/>
            <pc:sldMk cId="0" sldId="264"/>
            <ac:spMk id="28" creationId="{45294C3E-7ED4-F112-A2B9-02AB9DBAF0F0}"/>
          </ac:spMkLst>
        </pc:spChg>
      </pc:sldChg>
      <pc:sldChg chg="addSp delSp modSp mod">
        <pc:chgData name="vignesh M" userId="4917daba4166e18a" providerId="LiveId" clId="{E741E6EC-A0C8-4ADF-8525-F50B492F0F73}" dt="2025-11-17T17:44:42.830" v="5363" actId="1076"/>
        <pc:sldMkLst>
          <pc:docMk/>
          <pc:sldMk cId="0" sldId="265"/>
        </pc:sldMkLst>
        <pc:spChg chg="add mod">
          <ac:chgData name="vignesh M" userId="4917daba4166e18a" providerId="LiveId" clId="{E741E6EC-A0C8-4ADF-8525-F50B492F0F73}" dt="2025-11-17T17:44:42.830" v="5363" actId="1076"/>
          <ac:spMkLst>
            <pc:docMk/>
            <pc:sldMk cId="0" sldId="265"/>
            <ac:spMk id="2" creationId="{305EEA20-192C-67D9-66A3-75CFF1CE5EED}"/>
          </ac:spMkLst>
        </pc:spChg>
        <pc:spChg chg="add mod">
          <ac:chgData name="vignesh M" userId="4917daba4166e18a" providerId="LiveId" clId="{E741E6EC-A0C8-4ADF-8525-F50B492F0F73}" dt="2025-11-17T17:44:20.546" v="5359" actId="20577"/>
          <ac:spMkLst>
            <pc:docMk/>
            <pc:sldMk cId="0" sldId="265"/>
            <ac:spMk id="3" creationId="{F5D4A714-29FD-6C36-BDF0-D574B2CE622A}"/>
          </ac:spMkLst>
        </pc:spChg>
        <pc:spChg chg="add">
          <ac:chgData name="vignesh M" userId="4917daba4166e18a" providerId="LiveId" clId="{E741E6EC-A0C8-4ADF-8525-F50B492F0F73}" dt="2025-11-17T10:12:27.699" v="5327"/>
          <ac:spMkLst>
            <pc:docMk/>
            <pc:sldMk cId="0" sldId="265"/>
            <ac:spMk id="4" creationId="{EFCD71FE-6038-B684-C6FB-50EADF4D1350}"/>
          </ac:spMkLst>
        </pc:spChg>
        <pc:picChg chg="add mod">
          <ac:chgData name="vignesh M" userId="4917daba4166e18a" providerId="LiveId" clId="{E741E6EC-A0C8-4ADF-8525-F50B492F0F73}" dt="2025-11-17T10:13:35.167" v="5337" actId="1440"/>
          <ac:picMkLst>
            <pc:docMk/>
            <pc:sldMk cId="0" sldId="265"/>
            <ac:picMk id="6" creationId="{C89DFE28-494E-919A-14EE-075C248860F6}"/>
          </ac:picMkLst>
        </pc:picChg>
      </pc:sldChg>
      <pc:sldChg chg="addSp delSp modSp mod">
        <pc:chgData name="vignesh M" userId="4917daba4166e18a" providerId="LiveId" clId="{E741E6EC-A0C8-4ADF-8525-F50B492F0F73}" dt="2025-11-17T17:47:06.871" v="5405" actId="1076"/>
        <pc:sldMkLst>
          <pc:docMk/>
          <pc:sldMk cId="0" sldId="266"/>
        </pc:sldMkLst>
        <pc:spChg chg="add mod">
          <ac:chgData name="vignesh M" userId="4917daba4166e18a" providerId="LiveId" clId="{E741E6EC-A0C8-4ADF-8525-F50B492F0F73}" dt="2025-11-17T17:47:06.871" v="5405" actId="1076"/>
          <ac:spMkLst>
            <pc:docMk/>
            <pc:sldMk cId="0" sldId="266"/>
            <ac:spMk id="2" creationId="{313F938C-FD64-872A-E991-C6DA5D6FF2BA}"/>
          </ac:spMkLst>
        </pc:spChg>
        <pc:spChg chg="add mod">
          <ac:chgData name="vignesh M" userId="4917daba4166e18a" providerId="LiveId" clId="{E741E6EC-A0C8-4ADF-8525-F50B492F0F73}" dt="2025-11-17T17:45:09.912" v="5366" actId="1076"/>
          <ac:spMkLst>
            <pc:docMk/>
            <pc:sldMk cId="0" sldId="266"/>
            <ac:spMk id="3" creationId="{EB73E2B9-4E29-DFD2-ABA2-2069506F099A}"/>
          </ac:spMkLst>
        </pc:spChg>
      </pc:sldChg>
      <pc:sldChg chg="addSp delSp modSp mod">
        <pc:chgData name="vignesh M" userId="4917daba4166e18a" providerId="LiveId" clId="{E741E6EC-A0C8-4ADF-8525-F50B492F0F73}" dt="2025-11-17T17:46:50.985" v="5404" actId="255"/>
        <pc:sldMkLst>
          <pc:docMk/>
          <pc:sldMk cId="0" sldId="267"/>
        </pc:sldMkLst>
        <pc:spChg chg="add mod">
          <ac:chgData name="vignesh M" userId="4917daba4166e18a" providerId="LiveId" clId="{E741E6EC-A0C8-4ADF-8525-F50B492F0F73}" dt="2025-11-17T09:38:54.982" v="5282" actId="1035"/>
          <ac:spMkLst>
            <pc:docMk/>
            <pc:sldMk cId="0" sldId="267"/>
            <ac:spMk id="2" creationId="{A2FD0096-8B7F-1F32-BF31-D8580451A79E}"/>
          </ac:spMkLst>
        </pc:spChg>
        <pc:spChg chg="add mod">
          <ac:chgData name="vignesh M" userId="4917daba4166e18a" providerId="LiveId" clId="{E741E6EC-A0C8-4ADF-8525-F50B492F0F73}" dt="2025-11-17T17:46:50.985" v="5404" actId="255"/>
          <ac:spMkLst>
            <pc:docMk/>
            <pc:sldMk cId="0" sldId="267"/>
            <ac:spMk id="3" creationId="{D95783D1-B18A-A9DA-5B36-BD2BF199B535}"/>
          </ac:spMkLst>
        </pc:spChg>
        <pc:spChg chg="add mod">
          <ac:chgData name="vignesh M" userId="4917daba4166e18a" providerId="LiveId" clId="{E741E6EC-A0C8-4ADF-8525-F50B492F0F73}" dt="2025-11-17T09:38:52.432" v="5280" actId="1076"/>
          <ac:spMkLst>
            <pc:docMk/>
            <pc:sldMk cId="0" sldId="267"/>
            <ac:spMk id="4" creationId="{D8DE55C4-A1F8-4FDC-A031-9741E9D3CD4E}"/>
          </ac:spMkLst>
        </pc:spChg>
      </pc:sldChg>
      <pc:sldChg chg="addSp delSp modSp mod">
        <pc:chgData name="vignesh M" userId="4917daba4166e18a" providerId="LiveId" clId="{E741E6EC-A0C8-4ADF-8525-F50B492F0F73}" dt="2025-11-16T15:53:34.386" v="2949" actId="2711"/>
        <pc:sldMkLst>
          <pc:docMk/>
          <pc:sldMk cId="0" sldId="268"/>
        </pc:sldMkLst>
        <pc:spChg chg="add mod">
          <ac:chgData name="vignesh M" userId="4917daba4166e18a" providerId="LiveId" clId="{E741E6EC-A0C8-4ADF-8525-F50B492F0F73}" dt="2025-11-16T15:53:34.386" v="2949" actId="2711"/>
          <ac:spMkLst>
            <pc:docMk/>
            <pc:sldMk cId="0" sldId="268"/>
            <ac:spMk id="2" creationId="{9E74D2BB-75A2-520E-67AF-E6AF36636C35}"/>
          </ac:spMkLst>
        </pc:spChg>
      </pc:sldChg>
      <pc:sldChg chg="addSp delSp modSp mod">
        <pc:chgData name="vignesh M" userId="4917daba4166e18a" providerId="LiveId" clId="{E741E6EC-A0C8-4ADF-8525-F50B492F0F73}" dt="2025-11-17T09:56:49.516" v="5326" actId="20577"/>
        <pc:sldMkLst>
          <pc:docMk/>
          <pc:sldMk cId="0" sldId="269"/>
        </pc:sldMkLst>
        <pc:spChg chg="add del mod">
          <ac:chgData name="vignesh M" userId="4917daba4166e18a" providerId="LiveId" clId="{E741E6EC-A0C8-4ADF-8525-F50B492F0F73}" dt="2025-11-17T08:03:14.206" v="5185" actId="21"/>
          <ac:spMkLst>
            <pc:docMk/>
            <pc:sldMk cId="0" sldId="269"/>
            <ac:spMk id="2" creationId="{2D207031-B7D2-365E-1F35-375AEC7A2982}"/>
          </ac:spMkLst>
        </pc:spChg>
        <pc:spChg chg="add mod">
          <ac:chgData name="vignesh M" userId="4917daba4166e18a" providerId="LiveId" clId="{E741E6EC-A0C8-4ADF-8525-F50B492F0F73}" dt="2025-11-17T09:56:49.516" v="5326" actId="20577"/>
          <ac:spMkLst>
            <pc:docMk/>
            <pc:sldMk cId="0" sldId="269"/>
            <ac:spMk id="2" creationId="{DB3E59E6-A802-27AC-371D-F01104DF951E}"/>
          </ac:spMkLst>
        </pc:spChg>
        <pc:spChg chg="add">
          <ac:chgData name="vignesh M" userId="4917daba4166e18a" providerId="LiveId" clId="{E741E6EC-A0C8-4ADF-8525-F50B492F0F73}" dt="2025-11-17T09:54:21.194" v="5305"/>
          <ac:spMkLst>
            <pc:docMk/>
            <pc:sldMk cId="0" sldId="269"/>
            <ac:spMk id="3" creationId="{83457AC5-973B-1043-2B5E-515A9F308076}"/>
          </ac:spMkLst>
        </pc:spChg>
        <pc:spChg chg="add">
          <ac:chgData name="vignesh M" userId="4917daba4166e18a" providerId="LiveId" clId="{E741E6EC-A0C8-4ADF-8525-F50B492F0F73}" dt="2025-11-17T09:54:25.643" v="5306"/>
          <ac:spMkLst>
            <pc:docMk/>
            <pc:sldMk cId="0" sldId="269"/>
            <ac:spMk id="4" creationId="{7134E297-1BB9-7DFA-2B4D-83841D0770E5}"/>
          </ac:spMkLst>
        </pc:spChg>
        <pc:spChg chg="add">
          <ac:chgData name="vignesh M" userId="4917daba4166e18a" providerId="LiveId" clId="{E741E6EC-A0C8-4ADF-8525-F50B492F0F73}" dt="2025-11-17T09:55:15.075" v="5310"/>
          <ac:spMkLst>
            <pc:docMk/>
            <pc:sldMk cId="0" sldId="269"/>
            <ac:spMk id="5" creationId="{E7320334-57AC-C357-D657-460DE3CD68C0}"/>
          </ac:spMkLst>
        </pc:spChg>
      </pc:sldChg>
      <pc:sldChg chg="addSp delSp modSp mod">
        <pc:chgData name="vignesh M" userId="4917daba4166e18a" providerId="LiveId" clId="{E741E6EC-A0C8-4ADF-8525-F50B492F0F73}" dt="2025-11-15T12:27:38.652" v="1870" actId="120"/>
        <pc:sldMkLst>
          <pc:docMk/>
          <pc:sldMk cId="2262303439" sldId="296"/>
        </pc:sldMkLst>
        <pc:spChg chg="mod">
          <ac:chgData name="vignesh M" userId="4917daba4166e18a" providerId="LiveId" clId="{E741E6EC-A0C8-4ADF-8525-F50B492F0F73}" dt="2025-11-15T12:22:57.532" v="1812" actId="1076"/>
          <ac:spMkLst>
            <pc:docMk/>
            <pc:sldMk cId="2262303439" sldId="296"/>
            <ac:spMk id="12" creationId="{12D16257-2E19-A2A7-DB39-4F8D0B6D3103}"/>
          </ac:spMkLst>
        </pc:spChg>
        <pc:spChg chg="mod">
          <ac:chgData name="vignesh M" userId="4917daba4166e18a" providerId="LiveId" clId="{E741E6EC-A0C8-4ADF-8525-F50B492F0F73}" dt="2025-11-15T12:27:38.652" v="1870" actId="120"/>
          <ac:spMkLst>
            <pc:docMk/>
            <pc:sldMk cId="2262303439" sldId="296"/>
            <ac:spMk id="15" creationId="{EE4A873C-C542-6B54-FC48-29189C9E1270}"/>
          </ac:spMkLst>
        </pc:spChg>
        <pc:picChg chg="mod">
          <ac:chgData name="vignesh M" userId="4917daba4166e18a" providerId="LiveId" clId="{E741E6EC-A0C8-4ADF-8525-F50B492F0F73}" dt="2025-11-12T02:25:03" v="77" actId="1076"/>
          <ac:picMkLst>
            <pc:docMk/>
            <pc:sldMk cId="2262303439" sldId="296"/>
            <ac:picMk id="18" creationId="{DCA1AF54-29BB-BB49-48B9-840353AB54FC}"/>
          </ac:picMkLst>
        </pc:picChg>
      </pc:sldChg>
      <pc:sldChg chg="addSp modSp new mod">
        <pc:chgData name="vignesh M" userId="4917daba4166e18a" providerId="LiveId" clId="{E741E6EC-A0C8-4ADF-8525-F50B492F0F73}" dt="2025-11-16T18:45:26.927" v="3706" actId="113"/>
        <pc:sldMkLst>
          <pc:docMk/>
          <pc:sldMk cId="2401645398" sldId="297"/>
        </pc:sldMkLst>
        <pc:spChg chg="add mod">
          <ac:chgData name="vignesh M" userId="4917daba4166e18a" providerId="LiveId" clId="{E741E6EC-A0C8-4ADF-8525-F50B492F0F73}" dt="2025-11-16T18:45:26.927" v="3706" actId="113"/>
          <ac:spMkLst>
            <pc:docMk/>
            <pc:sldMk cId="2401645398" sldId="297"/>
            <ac:spMk id="2" creationId="{30C45DE1-DB06-06F3-4900-6790613849F2}"/>
          </ac:spMkLst>
        </pc:spChg>
        <pc:spChg chg="add mod">
          <ac:chgData name="vignesh M" userId="4917daba4166e18a" providerId="LiveId" clId="{E741E6EC-A0C8-4ADF-8525-F50B492F0F73}" dt="2025-11-12T03:27:49.100" v="181" actId="20577"/>
          <ac:spMkLst>
            <pc:docMk/>
            <pc:sldMk cId="2401645398" sldId="297"/>
            <ac:spMk id="4" creationId="{824FF852-F1E7-7A51-2CD3-E770B9391040}"/>
          </ac:spMkLst>
        </pc:spChg>
        <pc:spChg chg="add mod">
          <ac:chgData name="vignesh M" userId="4917daba4166e18a" providerId="LiveId" clId="{E741E6EC-A0C8-4ADF-8525-F50B492F0F73}" dt="2025-11-12T03:31:46.269" v="214" actId="20577"/>
          <ac:spMkLst>
            <pc:docMk/>
            <pc:sldMk cId="2401645398" sldId="297"/>
            <ac:spMk id="6" creationId="{D7CC2740-E55D-4AAB-869E-78426E520BFC}"/>
          </ac:spMkLst>
        </pc:spChg>
        <pc:spChg chg="add mod">
          <ac:chgData name="vignesh M" userId="4917daba4166e18a" providerId="LiveId" clId="{E741E6EC-A0C8-4ADF-8525-F50B492F0F73}" dt="2025-11-12T03:33:52.427" v="232" actId="12"/>
          <ac:spMkLst>
            <pc:docMk/>
            <pc:sldMk cId="2401645398" sldId="297"/>
            <ac:spMk id="8" creationId="{1BD01455-D277-1069-E38A-74DCFFD61397}"/>
          </ac:spMkLst>
        </pc:spChg>
      </pc:sldChg>
      <pc:sldChg chg="addSp modSp new mod">
        <pc:chgData name="vignesh M" userId="4917daba4166e18a" providerId="LiveId" clId="{E741E6EC-A0C8-4ADF-8525-F50B492F0F73}" dt="2025-11-16T18:56:20.325" v="4299" actId="12"/>
        <pc:sldMkLst>
          <pc:docMk/>
          <pc:sldMk cId="3455588733" sldId="298"/>
        </pc:sldMkLst>
        <pc:spChg chg="add mod">
          <ac:chgData name="vignesh M" userId="4917daba4166e18a" providerId="LiveId" clId="{E741E6EC-A0C8-4ADF-8525-F50B492F0F73}" dt="2025-11-12T03:36:20.660" v="248" actId="123"/>
          <ac:spMkLst>
            <pc:docMk/>
            <pc:sldMk cId="3455588733" sldId="298"/>
            <ac:spMk id="3" creationId="{F6CEAF5D-6C29-CA72-D6E1-531F88F30547}"/>
          </ac:spMkLst>
        </pc:spChg>
        <pc:spChg chg="add mod">
          <ac:chgData name="vignesh M" userId="4917daba4166e18a" providerId="LiveId" clId="{E741E6EC-A0C8-4ADF-8525-F50B492F0F73}" dt="2025-11-16T18:56:20.325" v="4299" actId="12"/>
          <ac:spMkLst>
            <pc:docMk/>
            <pc:sldMk cId="3455588733" sldId="298"/>
            <ac:spMk id="5" creationId="{DDFFA38D-B6A5-913A-0EDD-47856AB8FBD5}"/>
          </ac:spMkLst>
        </pc:spChg>
      </pc:sldChg>
      <pc:sldChg chg="addSp modSp new mod">
        <pc:chgData name="vignesh M" userId="4917daba4166e18a" providerId="LiveId" clId="{E741E6EC-A0C8-4ADF-8525-F50B492F0F73}" dt="2025-11-16T15:51:56.765" v="2946" actId="1036"/>
        <pc:sldMkLst>
          <pc:docMk/>
          <pc:sldMk cId="2358937528" sldId="299"/>
        </pc:sldMkLst>
        <pc:spChg chg="add mod">
          <ac:chgData name="vignesh M" userId="4917daba4166e18a" providerId="LiveId" clId="{E741E6EC-A0C8-4ADF-8525-F50B492F0F73}" dt="2025-11-12T15:56:35.321" v="793" actId="2710"/>
          <ac:spMkLst>
            <pc:docMk/>
            <pc:sldMk cId="2358937528" sldId="299"/>
            <ac:spMk id="5" creationId="{D248A061-09B1-FB1A-BDE7-EBA788EE0035}"/>
          </ac:spMkLst>
        </pc:spChg>
        <pc:picChg chg="add mod">
          <ac:chgData name="vignesh M" userId="4917daba4166e18a" providerId="LiveId" clId="{E741E6EC-A0C8-4ADF-8525-F50B492F0F73}" dt="2025-11-16T15:51:56.765" v="2946" actId="1036"/>
          <ac:picMkLst>
            <pc:docMk/>
            <pc:sldMk cId="2358937528" sldId="299"/>
            <ac:picMk id="4" creationId="{1BE782F3-0273-53BA-4056-1F4A18DDFE4C}"/>
          </ac:picMkLst>
        </pc:picChg>
      </pc:sldChg>
      <pc:sldChg chg="addSp delSp modSp new mod">
        <pc:chgData name="vignesh M" userId="4917daba4166e18a" providerId="LiveId" clId="{E741E6EC-A0C8-4ADF-8525-F50B492F0F73}" dt="2025-11-17T08:28:06.861" v="5227" actId="1035"/>
        <pc:sldMkLst>
          <pc:docMk/>
          <pc:sldMk cId="4039818662" sldId="300"/>
        </pc:sldMkLst>
        <pc:spChg chg="add mod">
          <ac:chgData name="vignesh M" userId="4917daba4166e18a" providerId="LiveId" clId="{E741E6EC-A0C8-4ADF-8525-F50B492F0F73}" dt="2025-11-16T15:07:45.751" v="2756" actId="113"/>
          <ac:spMkLst>
            <pc:docMk/>
            <pc:sldMk cId="4039818662" sldId="300"/>
            <ac:spMk id="4" creationId="{BB671EDB-11F4-8A48-4CAC-7E38429092FF}"/>
          </ac:spMkLst>
        </pc:spChg>
        <pc:picChg chg="add del mod">
          <ac:chgData name="vignesh M" userId="4917daba4166e18a" providerId="LiveId" clId="{E741E6EC-A0C8-4ADF-8525-F50B492F0F73}" dt="2025-11-16T15:13:14.654" v="2759" actId="478"/>
          <ac:picMkLst>
            <pc:docMk/>
            <pc:sldMk cId="4039818662" sldId="300"/>
            <ac:picMk id="3" creationId="{FCCF66BC-B905-8BD3-FD79-91C4928D9148}"/>
          </ac:picMkLst>
        </pc:picChg>
        <pc:picChg chg="add mod">
          <ac:chgData name="vignesh M" userId="4917daba4166e18a" providerId="LiveId" clId="{E741E6EC-A0C8-4ADF-8525-F50B492F0F73}" dt="2025-11-16T15:12:37.076" v="2757"/>
          <ac:picMkLst>
            <pc:docMk/>
            <pc:sldMk cId="4039818662" sldId="300"/>
            <ac:picMk id="5" creationId="{F642A2CD-D1B3-52E1-9F94-BA2BA26A97D8}"/>
          </ac:picMkLst>
        </pc:picChg>
        <pc:picChg chg="add mod">
          <ac:chgData name="vignesh M" userId="4917daba4166e18a" providerId="LiveId" clId="{E741E6EC-A0C8-4ADF-8525-F50B492F0F73}" dt="2025-11-17T08:28:06.861" v="5227" actId="1035"/>
          <ac:picMkLst>
            <pc:docMk/>
            <pc:sldMk cId="4039818662" sldId="300"/>
            <ac:picMk id="7" creationId="{56371087-7773-809C-6E33-FC36584CC22D}"/>
          </ac:picMkLst>
        </pc:picChg>
      </pc:sldChg>
      <pc:sldChg chg="addSp delSp modSp new mod">
        <pc:chgData name="vignesh M" userId="4917daba4166e18a" providerId="LiveId" clId="{E741E6EC-A0C8-4ADF-8525-F50B492F0F73}" dt="2025-11-17T08:00:56.854" v="5150" actId="20577"/>
        <pc:sldMkLst>
          <pc:docMk/>
          <pc:sldMk cId="4013573717" sldId="301"/>
        </pc:sldMkLst>
        <pc:spChg chg="del">
          <ac:chgData name="vignesh M" userId="4917daba4166e18a" providerId="LiveId" clId="{E741E6EC-A0C8-4ADF-8525-F50B492F0F73}" dt="2025-11-16T15:46:44.278" v="2819" actId="478"/>
          <ac:spMkLst>
            <pc:docMk/>
            <pc:sldMk cId="4013573717" sldId="301"/>
            <ac:spMk id="2" creationId="{3A73479B-8F09-570C-0FB9-8A3AE1DCFE91}"/>
          </ac:spMkLst>
        </pc:spChg>
        <pc:spChg chg="del">
          <ac:chgData name="vignesh M" userId="4917daba4166e18a" providerId="LiveId" clId="{E741E6EC-A0C8-4ADF-8525-F50B492F0F73}" dt="2025-11-16T15:46:44.278" v="2819" actId="478"/>
          <ac:spMkLst>
            <pc:docMk/>
            <pc:sldMk cId="4013573717" sldId="301"/>
            <ac:spMk id="3" creationId="{3E20353F-12C7-4F17-4F6B-507F4B7021A3}"/>
          </ac:spMkLst>
        </pc:spChg>
        <pc:spChg chg="add mod">
          <ac:chgData name="vignesh M" userId="4917daba4166e18a" providerId="LiveId" clId="{E741E6EC-A0C8-4ADF-8525-F50B492F0F73}" dt="2025-11-17T08:00:56.854" v="5150" actId="20577"/>
          <ac:spMkLst>
            <pc:docMk/>
            <pc:sldMk cId="4013573717" sldId="301"/>
            <ac:spMk id="4" creationId="{784EE030-D8CB-A966-4737-DD7FAAB40C5C}"/>
          </ac:spMkLst>
        </pc:spChg>
      </pc:sldChg>
      <pc:sldChg chg="addSp modSp new mod">
        <pc:chgData name="vignesh M" userId="4917daba4166e18a" providerId="LiveId" clId="{E741E6EC-A0C8-4ADF-8525-F50B492F0F73}" dt="2025-11-16T22:06:03.657" v="4350" actId="5793"/>
        <pc:sldMkLst>
          <pc:docMk/>
          <pc:sldMk cId="2896830820" sldId="302"/>
        </pc:sldMkLst>
        <pc:spChg chg="add mod">
          <ac:chgData name="vignesh M" userId="4917daba4166e18a" providerId="LiveId" clId="{E741E6EC-A0C8-4ADF-8525-F50B492F0F73}" dt="2025-11-16T22:06:03.657" v="4350" actId="5793"/>
          <ac:spMkLst>
            <pc:docMk/>
            <pc:sldMk cId="2896830820" sldId="302"/>
            <ac:spMk id="2" creationId="{42ABCAA1-18B5-36E7-F83D-C30C840E3BA7}"/>
          </ac:spMkLst>
        </pc:spChg>
      </pc:sldChg>
      <pc:sldChg chg="addSp modSp new mod">
        <pc:chgData name="vignesh M" userId="4917daba4166e18a" providerId="LiveId" clId="{E741E6EC-A0C8-4ADF-8525-F50B492F0F73}" dt="2025-11-17T17:55:45.326" v="5723" actId="20577"/>
        <pc:sldMkLst>
          <pc:docMk/>
          <pc:sldMk cId="277626146" sldId="303"/>
        </pc:sldMkLst>
        <pc:spChg chg="add mod">
          <ac:chgData name="vignesh M" userId="4917daba4166e18a" providerId="LiveId" clId="{E741E6EC-A0C8-4ADF-8525-F50B492F0F73}" dt="2025-11-17T17:55:45.326" v="5723" actId="20577"/>
          <ac:spMkLst>
            <pc:docMk/>
            <pc:sldMk cId="277626146" sldId="303"/>
            <ac:spMk id="2" creationId="{314FFB1D-934A-CEA6-38EA-558DE695AB3C}"/>
          </ac:spMkLst>
        </pc:spChg>
      </pc:sldChg>
      <pc:sldMasterChg chg="delSldLayout">
        <pc:chgData name="vignesh M" userId="4917daba4166e18a" providerId="LiveId" clId="{E741E6EC-A0C8-4ADF-8525-F50B492F0F73}" dt="2025-11-15T11:55:00.588" v="1793" actId="47"/>
        <pc:sldMasterMkLst>
          <pc:docMk/>
          <pc:sldMasterMk cId="0" sldId="2147483675"/>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13e65845f0e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13e65845f0e_1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99f2f57a71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99f2f57a71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bd6c00e73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263414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13e65845f0e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13e65845f0e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13e65845f0e_1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13e65845f0e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13e65845f0e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13e65845f0e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cc98d9fb70_8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cc98d9fb70_8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bd6c00e730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bd6c00e730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2ce3930b2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5" name="Google Shape;885;g22ce3930b2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2ce3930b2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2ce3930b2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2d1b664ae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22d1b664ae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85610" y="43111"/>
            <a:ext cx="9683641" cy="5349471"/>
            <a:chOff x="-185610" y="43111"/>
            <a:chExt cx="9683641" cy="5349471"/>
          </a:xfrm>
        </p:grpSpPr>
        <p:grpSp>
          <p:nvGrpSpPr>
            <p:cNvPr id="10" name="Google Shape;10;p2"/>
            <p:cNvGrpSpPr/>
            <p:nvPr/>
          </p:nvGrpSpPr>
          <p:grpSpPr>
            <a:xfrm>
              <a:off x="-185610" y="4182408"/>
              <a:ext cx="9329602" cy="1210174"/>
              <a:chOff x="1859848" y="4008665"/>
              <a:chExt cx="3610527" cy="468334"/>
            </a:xfrm>
          </p:grpSpPr>
          <p:sp>
            <p:nvSpPr>
              <p:cNvPr id="11" name="Google Shape;11;p2"/>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6;p2"/>
            <p:cNvGrpSpPr/>
            <p:nvPr/>
          </p:nvGrpSpPr>
          <p:grpSpPr>
            <a:xfrm>
              <a:off x="7210473" y="43111"/>
              <a:ext cx="2287558" cy="535377"/>
              <a:chOff x="2175592" y="2937274"/>
              <a:chExt cx="927790" cy="217139"/>
            </a:xfrm>
          </p:grpSpPr>
          <p:sp>
            <p:nvSpPr>
              <p:cNvPr id="17" name="Google Shape;17;p2"/>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 name="Google Shape;25;p2"/>
          <p:cNvSpPr txBox="1">
            <a:spLocks noGrp="1"/>
          </p:cNvSpPr>
          <p:nvPr>
            <p:ph type="ctrTitle"/>
          </p:nvPr>
        </p:nvSpPr>
        <p:spPr>
          <a:xfrm>
            <a:off x="2385900" y="1198675"/>
            <a:ext cx="6045000" cy="22431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6" name="Google Shape;26;p2"/>
          <p:cNvSpPr txBox="1">
            <a:spLocks noGrp="1"/>
          </p:cNvSpPr>
          <p:nvPr>
            <p:ph type="subTitle" idx="1"/>
          </p:nvPr>
        </p:nvSpPr>
        <p:spPr>
          <a:xfrm>
            <a:off x="3902050" y="3469025"/>
            <a:ext cx="4528800" cy="475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0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7" name="Google Shape;27;p2"/>
          <p:cNvGrpSpPr/>
          <p:nvPr/>
        </p:nvGrpSpPr>
        <p:grpSpPr>
          <a:xfrm>
            <a:off x="7990310" y="4110363"/>
            <a:ext cx="1087328" cy="1554067"/>
            <a:chOff x="8056685" y="4250574"/>
            <a:chExt cx="1087328" cy="1554067"/>
          </a:xfrm>
        </p:grpSpPr>
        <p:sp>
          <p:nvSpPr>
            <p:cNvPr id="28" name="Google Shape;28;p2"/>
            <p:cNvSpPr/>
            <p:nvPr/>
          </p:nvSpPr>
          <p:spPr>
            <a:xfrm>
              <a:off x="8056685" y="47172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644317" y="4250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a:off x="1104825" y="1996775"/>
            <a:ext cx="4400700" cy="15453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2" name="Google Shape;32;p3"/>
          <p:cNvSpPr txBox="1">
            <a:spLocks noGrp="1"/>
          </p:cNvSpPr>
          <p:nvPr>
            <p:ph type="title" idx="2" hasCustomPrompt="1"/>
          </p:nvPr>
        </p:nvSpPr>
        <p:spPr>
          <a:xfrm>
            <a:off x="1104825" y="725850"/>
            <a:ext cx="1489500" cy="102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grpSp>
        <p:nvGrpSpPr>
          <p:cNvPr id="33" name="Google Shape;33;p3"/>
          <p:cNvGrpSpPr/>
          <p:nvPr/>
        </p:nvGrpSpPr>
        <p:grpSpPr>
          <a:xfrm rot="5400000" flipH="1">
            <a:off x="7554798" y="602061"/>
            <a:ext cx="2287558" cy="535377"/>
            <a:chOff x="2175592" y="2937274"/>
            <a:chExt cx="927790" cy="217139"/>
          </a:xfrm>
        </p:grpSpPr>
        <p:sp>
          <p:nvSpPr>
            <p:cNvPr id="34" name="Google Shape;34;p3"/>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3"/>
          <p:cNvGrpSpPr/>
          <p:nvPr/>
        </p:nvGrpSpPr>
        <p:grpSpPr>
          <a:xfrm rot="5400000" flipH="1">
            <a:off x="-359770" y="488312"/>
            <a:ext cx="1394075" cy="535357"/>
            <a:chOff x="7247818" y="1391030"/>
            <a:chExt cx="1023926" cy="392692"/>
          </a:xfrm>
        </p:grpSpPr>
        <p:sp>
          <p:nvSpPr>
            <p:cNvPr id="43" name="Google Shape;43;p3"/>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0"/>
        <p:cNvGrpSpPr/>
        <p:nvPr/>
      </p:nvGrpSpPr>
      <p:grpSpPr>
        <a:xfrm>
          <a:off x="0" y="0"/>
          <a:ext cx="0" cy="0"/>
          <a:chOff x="0" y="0"/>
          <a:chExt cx="0" cy="0"/>
        </a:xfrm>
      </p:grpSpPr>
      <p:sp>
        <p:nvSpPr>
          <p:cNvPr id="51" name="Google Shape;51;p4"/>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2" name="Google Shape;5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200"/>
            </a:lvl1pPr>
            <a:lvl2pPr marL="914400" lvl="1" indent="-304800" rtl="0">
              <a:lnSpc>
                <a:spcPct val="115000"/>
              </a:lnSpc>
              <a:spcBef>
                <a:spcPts val="16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grpSp>
        <p:nvGrpSpPr>
          <p:cNvPr id="53" name="Google Shape;53;p4"/>
          <p:cNvGrpSpPr/>
          <p:nvPr/>
        </p:nvGrpSpPr>
        <p:grpSpPr>
          <a:xfrm>
            <a:off x="-572143" y="94755"/>
            <a:ext cx="2176973" cy="4968515"/>
            <a:chOff x="-572143" y="94755"/>
            <a:chExt cx="2176973" cy="4968515"/>
          </a:xfrm>
        </p:grpSpPr>
        <p:grpSp>
          <p:nvGrpSpPr>
            <p:cNvPr id="54" name="Google Shape;54;p4"/>
            <p:cNvGrpSpPr/>
            <p:nvPr/>
          </p:nvGrpSpPr>
          <p:grpSpPr>
            <a:xfrm flipH="1">
              <a:off x="-572143" y="94755"/>
              <a:ext cx="1394075" cy="535357"/>
              <a:chOff x="7247818" y="1391030"/>
              <a:chExt cx="1023926" cy="392692"/>
            </a:xfrm>
          </p:grpSpPr>
          <p:sp>
            <p:nvSpPr>
              <p:cNvPr id="55" name="Google Shape;55;p4"/>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4"/>
            <p:cNvGrpSpPr/>
            <p:nvPr/>
          </p:nvGrpSpPr>
          <p:grpSpPr>
            <a:xfrm>
              <a:off x="-341272" y="4527893"/>
              <a:ext cx="1946102" cy="535377"/>
              <a:chOff x="4494663" y="3046829"/>
              <a:chExt cx="789302" cy="217139"/>
            </a:xfrm>
          </p:grpSpPr>
          <p:sp>
            <p:nvSpPr>
              <p:cNvPr id="63" name="Google Shape;63;p4"/>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 name="Google Shape;71;p4"/>
          <p:cNvGrpSpPr/>
          <p:nvPr/>
        </p:nvGrpSpPr>
        <p:grpSpPr>
          <a:xfrm>
            <a:off x="8427727" y="1687967"/>
            <a:ext cx="1266008" cy="1778904"/>
            <a:chOff x="8427727" y="1764167"/>
            <a:chExt cx="1266008" cy="1778904"/>
          </a:xfrm>
        </p:grpSpPr>
        <p:sp>
          <p:nvSpPr>
            <p:cNvPr id="72" name="Google Shape;72;p4"/>
            <p:cNvSpPr/>
            <p:nvPr/>
          </p:nvSpPr>
          <p:spPr>
            <a:xfrm rot="10800000">
              <a:off x="8606411" y="176416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rot="10800000">
              <a:off x="8427727" y="2811391"/>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sp>
        <p:nvSpPr>
          <p:cNvPr id="75" name="Google Shape;75;p5"/>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 name="Google Shape;76;p5"/>
          <p:cNvSpPr txBox="1">
            <a:spLocks noGrp="1"/>
          </p:cNvSpPr>
          <p:nvPr>
            <p:ph type="subTitle" idx="1"/>
          </p:nvPr>
        </p:nvSpPr>
        <p:spPr>
          <a:xfrm>
            <a:off x="1545475" y="2389646"/>
            <a:ext cx="2874300" cy="129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7" name="Google Shape;77;p5"/>
          <p:cNvSpPr txBox="1">
            <a:spLocks noGrp="1"/>
          </p:cNvSpPr>
          <p:nvPr>
            <p:ph type="subTitle" idx="2"/>
          </p:nvPr>
        </p:nvSpPr>
        <p:spPr>
          <a:xfrm>
            <a:off x="4724228" y="2389632"/>
            <a:ext cx="2874300" cy="1298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b="0">
                <a:solidFill>
                  <a:schemeClr val="dk1"/>
                </a:solidFill>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78" name="Google Shape;78;p5"/>
          <p:cNvSpPr txBox="1">
            <a:spLocks noGrp="1"/>
          </p:cNvSpPr>
          <p:nvPr>
            <p:ph type="subTitle" idx="3"/>
          </p:nvPr>
        </p:nvSpPr>
        <p:spPr>
          <a:xfrm>
            <a:off x="1545463" y="2037607"/>
            <a:ext cx="2874300" cy="4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79" name="Google Shape;79;p5"/>
          <p:cNvSpPr txBox="1">
            <a:spLocks noGrp="1"/>
          </p:cNvSpPr>
          <p:nvPr>
            <p:ph type="subTitle" idx="4"/>
          </p:nvPr>
        </p:nvSpPr>
        <p:spPr>
          <a:xfrm>
            <a:off x="4724233" y="2037599"/>
            <a:ext cx="2874300" cy="4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80" name="Google Shape;80;p5"/>
          <p:cNvGrpSpPr/>
          <p:nvPr/>
        </p:nvGrpSpPr>
        <p:grpSpPr>
          <a:xfrm rot="10800000" flipH="1">
            <a:off x="-530285" y="47624"/>
            <a:ext cx="1587003" cy="1087440"/>
            <a:chOff x="-416690" y="4028937"/>
            <a:chExt cx="1587003" cy="1087440"/>
          </a:xfrm>
        </p:grpSpPr>
        <p:sp>
          <p:nvSpPr>
            <p:cNvPr id="81" name="Google Shape;81;p5"/>
            <p:cNvSpPr/>
            <p:nvPr/>
          </p:nvSpPr>
          <p:spPr>
            <a:xfrm>
              <a:off x="-416690" y="402893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670617" y="4616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 name="Google Shape;83;p5"/>
          <p:cNvGrpSpPr/>
          <p:nvPr/>
        </p:nvGrpSpPr>
        <p:grpSpPr>
          <a:xfrm>
            <a:off x="3531711" y="4185343"/>
            <a:ext cx="9375082" cy="1210174"/>
            <a:chOff x="3379311" y="4309346"/>
            <a:chExt cx="9375082" cy="1210174"/>
          </a:xfrm>
        </p:grpSpPr>
        <p:grpSp>
          <p:nvGrpSpPr>
            <p:cNvPr id="84" name="Google Shape;84;p5"/>
            <p:cNvGrpSpPr/>
            <p:nvPr/>
          </p:nvGrpSpPr>
          <p:grpSpPr>
            <a:xfrm>
              <a:off x="3424790" y="4309346"/>
              <a:ext cx="9329602" cy="1210174"/>
              <a:chOff x="1859848" y="4008665"/>
              <a:chExt cx="3610527" cy="468334"/>
            </a:xfrm>
          </p:grpSpPr>
          <p:sp>
            <p:nvSpPr>
              <p:cNvPr id="85" name="Google Shape;85;p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8"/>
        <p:cNvGrpSpPr/>
        <p:nvPr/>
      </p:nvGrpSpPr>
      <p:grpSpPr>
        <a:xfrm>
          <a:off x="0" y="0"/>
          <a:ext cx="0" cy="0"/>
          <a:chOff x="0" y="0"/>
          <a:chExt cx="0" cy="0"/>
        </a:xfrm>
      </p:grpSpPr>
      <p:sp>
        <p:nvSpPr>
          <p:cNvPr id="109" name="Google Shape;109;p7"/>
          <p:cNvSpPr txBox="1">
            <a:spLocks noGrp="1"/>
          </p:cNvSpPr>
          <p:nvPr>
            <p:ph type="body" idx="1"/>
          </p:nvPr>
        </p:nvSpPr>
        <p:spPr>
          <a:xfrm>
            <a:off x="4263000" y="1975649"/>
            <a:ext cx="4167900" cy="2218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Open Sans"/>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1600"/>
              </a:spcBef>
              <a:spcAft>
                <a:spcPts val="0"/>
              </a:spcAft>
              <a:buSzPts val="1200"/>
              <a:buChar char="■"/>
              <a:defRPr/>
            </a:lvl3pPr>
            <a:lvl4pPr marL="1828800" lvl="3" indent="-304800" rtl="0">
              <a:lnSpc>
                <a:spcPct val="115000"/>
              </a:lnSpc>
              <a:spcBef>
                <a:spcPts val="1600"/>
              </a:spcBef>
              <a:spcAft>
                <a:spcPts val="0"/>
              </a:spcAft>
              <a:buSzPts val="1200"/>
              <a:buChar char="●"/>
              <a:defRPr/>
            </a:lvl4pPr>
            <a:lvl5pPr marL="2286000" lvl="4" indent="-304800" rtl="0">
              <a:lnSpc>
                <a:spcPct val="115000"/>
              </a:lnSpc>
              <a:spcBef>
                <a:spcPts val="1600"/>
              </a:spcBef>
              <a:spcAft>
                <a:spcPts val="0"/>
              </a:spcAft>
              <a:buSzPts val="1200"/>
              <a:buChar char="○"/>
              <a:defRPr/>
            </a:lvl5pPr>
            <a:lvl6pPr marL="2743200" lvl="5" indent="-304800" rtl="0">
              <a:lnSpc>
                <a:spcPct val="115000"/>
              </a:lnSpc>
              <a:spcBef>
                <a:spcPts val="1600"/>
              </a:spcBef>
              <a:spcAft>
                <a:spcPts val="0"/>
              </a:spcAft>
              <a:buSzPts val="1200"/>
              <a:buChar char="■"/>
              <a:defRPr/>
            </a:lvl6pPr>
            <a:lvl7pPr marL="3200400" lvl="6" indent="-304800" rtl="0">
              <a:lnSpc>
                <a:spcPct val="115000"/>
              </a:lnSpc>
              <a:spcBef>
                <a:spcPts val="1600"/>
              </a:spcBef>
              <a:spcAft>
                <a:spcPts val="0"/>
              </a:spcAft>
              <a:buSzPts val="1200"/>
              <a:buChar char="●"/>
              <a:defRPr/>
            </a:lvl7pPr>
            <a:lvl8pPr marL="3657600" lvl="7" indent="-304800" rtl="0">
              <a:lnSpc>
                <a:spcPct val="115000"/>
              </a:lnSpc>
              <a:spcBef>
                <a:spcPts val="1600"/>
              </a:spcBef>
              <a:spcAft>
                <a:spcPts val="0"/>
              </a:spcAft>
              <a:buSzPts val="1200"/>
              <a:buChar char="○"/>
              <a:defRPr/>
            </a:lvl8pPr>
            <a:lvl9pPr marL="4114800" lvl="8" indent="-304800" rtl="0">
              <a:lnSpc>
                <a:spcPct val="115000"/>
              </a:lnSpc>
              <a:spcBef>
                <a:spcPts val="1600"/>
              </a:spcBef>
              <a:spcAft>
                <a:spcPts val="1600"/>
              </a:spcAft>
              <a:buSzPts val="1200"/>
              <a:buChar char="■"/>
              <a:defRPr/>
            </a:lvl9pPr>
          </a:lstStyle>
          <a:p>
            <a:endParaRPr/>
          </a:p>
        </p:txBody>
      </p:sp>
      <p:sp>
        <p:nvSpPr>
          <p:cNvPr id="110" name="Google Shape;110;p7"/>
          <p:cNvSpPr txBox="1">
            <a:spLocks noGrp="1"/>
          </p:cNvSpPr>
          <p:nvPr>
            <p:ph type="title"/>
          </p:nvPr>
        </p:nvSpPr>
        <p:spPr>
          <a:xfrm>
            <a:off x="4263000" y="949050"/>
            <a:ext cx="4167900" cy="1026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 name="Google Shape;111;p7"/>
          <p:cNvSpPr>
            <a:spLocks noGrp="1"/>
          </p:cNvSpPr>
          <p:nvPr>
            <p:ph type="pic" idx="2"/>
          </p:nvPr>
        </p:nvSpPr>
        <p:spPr>
          <a:xfrm>
            <a:off x="713100" y="949050"/>
            <a:ext cx="3245400" cy="3245400"/>
          </a:xfrm>
          <a:prstGeom prst="ellipse">
            <a:avLst/>
          </a:prstGeom>
          <a:noFill/>
          <a:ln>
            <a:noFill/>
          </a:ln>
        </p:spPr>
        <p:txBody>
          <a:bodyPr/>
          <a:lstStyle/>
          <a:p>
            <a:endParaRPr lang="en-GB"/>
          </a:p>
        </p:txBody>
      </p:sp>
      <p:grpSp>
        <p:nvGrpSpPr>
          <p:cNvPr id="112" name="Google Shape;112;p7"/>
          <p:cNvGrpSpPr/>
          <p:nvPr/>
        </p:nvGrpSpPr>
        <p:grpSpPr>
          <a:xfrm flipH="1">
            <a:off x="7938008" y="3984136"/>
            <a:ext cx="1587003" cy="1119765"/>
            <a:chOff x="-416690" y="4105137"/>
            <a:chExt cx="1587003" cy="1119765"/>
          </a:xfrm>
        </p:grpSpPr>
        <p:sp>
          <p:nvSpPr>
            <p:cNvPr id="113" name="Google Shape;113;p7"/>
            <p:cNvSpPr/>
            <p:nvPr/>
          </p:nvSpPr>
          <p:spPr>
            <a:xfrm>
              <a:off x="-416690" y="410513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670617" y="4725099"/>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7"/>
          <p:cNvGrpSpPr/>
          <p:nvPr/>
        </p:nvGrpSpPr>
        <p:grpSpPr>
          <a:xfrm>
            <a:off x="86620" y="-220596"/>
            <a:ext cx="11611548" cy="5283863"/>
            <a:chOff x="86620" y="-220596"/>
            <a:chExt cx="11611548" cy="5283863"/>
          </a:xfrm>
        </p:grpSpPr>
        <p:grpSp>
          <p:nvGrpSpPr>
            <p:cNvPr id="116" name="Google Shape;116;p7"/>
            <p:cNvGrpSpPr/>
            <p:nvPr/>
          </p:nvGrpSpPr>
          <p:grpSpPr>
            <a:xfrm>
              <a:off x="2323086" y="-220596"/>
              <a:ext cx="9375082" cy="1210174"/>
              <a:chOff x="3379311" y="4309346"/>
              <a:chExt cx="9375082" cy="1210174"/>
            </a:xfrm>
          </p:grpSpPr>
          <p:grpSp>
            <p:nvGrpSpPr>
              <p:cNvPr id="117" name="Google Shape;117;p7"/>
              <p:cNvGrpSpPr/>
              <p:nvPr/>
            </p:nvGrpSpPr>
            <p:grpSpPr>
              <a:xfrm>
                <a:off x="3424790" y="4309346"/>
                <a:ext cx="9329602" cy="1210174"/>
                <a:chOff x="1859848" y="4008665"/>
                <a:chExt cx="3610527" cy="468334"/>
              </a:xfrm>
            </p:grpSpPr>
            <p:sp>
              <p:nvSpPr>
                <p:cNvPr id="118" name="Google Shape;118;p7"/>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 name="Google Shape;123;p7"/>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 name="Google Shape;128;p7"/>
            <p:cNvGrpSpPr/>
            <p:nvPr/>
          </p:nvGrpSpPr>
          <p:grpSpPr>
            <a:xfrm flipH="1">
              <a:off x="86620" y="4527910"/>
              <a:ext cx="1394075" cy="535357"/>
              <a:chOff x="7247818" y="1391030"/>
              <a:chExt cx="1023926" cy="392692"/>
            </a:xfrm>
          </p:grpSpPr>
          <p:sp>
            <p:nvSpPr>
              <p:cNvPr id="129" name="Google Shape;129;p7"/>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7"/>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2317950" y="1450550"/>
            <a:ext cx="4508100" cy="22425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38" name="Google Shape;138;p8"/>
          <p:cNvGrpSpPr/>
          <p:nvPr/>
        </p:nvGrpSpPr>
        <p:grpSpPr>
          <a:xfrm>
            <a:off x="-158240" y="-384437"/>
            <a:ext cx="1266008" cy="1778904"/>
            <a:chOff x="8536310" y="1682288"/>
            <a:chExt cx="1266008" cy="1778904"/>
          </a:xfrm>
        </p:grpSpPr>
        <p:sp>
          <p:nvSpPr>
            <p:cNvPr id="139" name="Google Shape;139;p8"/>
            <p:cNvSpPr/>
            <p:nvPr/>
          </p:nvSpPr>
          <p:spPr>
            <a:xfrm rot="10800000">
              <a:off x="8714994" y="16822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a:off x="8536310" y="2729512"/>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8"/>
          <p:cNvGrpSpPr/>
          <p:nvPr/>
        </p:nvGrpSpPr>
        <p:grpSpPr>
          <a:xfrm>
            <a:off x="3379311" y="97486"/>
            <a:ext cx="9375082" cy="5422033"/>
            <a:chOff x="3379311" y="97486"/>
            <a:chExt cx="9375082" cy="5422033"/>
          </a:xfrm>
        </p:grpSpPr>
        <p:grpSp>
          <p:nvGrpSpPr>
            <p:cNvPr id="142" name="Google Shape;142;p8"/>
            <p:cNvGrpSpPr/>
            <p:nvPr/>
          </p:nvGrpSpPr>
          <p:grpSpPr>
            <a:xfrm flipH="1">
              <a:off x="7654812" y="97486"/>
              <a:ext cx="1394075" cy="535357"/>
              <a:chOff x="7247818" y="1391030"/>
              <a:chExt cx="1023926" cy="392692"/>
            </a:xfrm>
          </p:grpSpPr>
          <p:sp>
            <p:nvSpPr>
              <p:cNvPr id="143" name="Google Shape;143;p8"/>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 name="Google Shape;150;p8"/>
            <p:cNvGrpSpPr/>
            <p:nvPr/>
          </p:nvGrpSpPr>
          <p:grpSpPr>
            <a:xfrm>
              <a:off x="3379311" y="4309346"/>
              <a:ext cx="9375082" cy="1210174"/>
              <a:chOff x="3379311" y="4309346"/>
              <a:chExt cx="9375082" cy="1210174"/>
            </a:xfrm>
          </p:grpSpPr>
          <p:grpSp>
            <p:nvGrpSpPr>
              <p:cNvPr id="151" name="Google Shape;151;p8"/>
              <p:cNvGrpSpPr/>
              <p:nvPr/>
            </p:nvGrpSpPr>
            <p:grpSpPr>
              <a:xfrm>
                <a:off x="3424790" y="4309346"/>
                <a:ext cx="9329602" cy="1210174"/>
                <a:chOff x="1859848" y="4008665"/>
                <a:chExt cx="3610527" cy="468334"/>
              </a:xfrm>
            </p:grpSpPr>
            <p:sp>
              <p:nvSpPr>
                <p:cNvPr id="152" name="Google Shape;152;p8"/>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8"/>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2"/>
        <p:cNvGrpSpPr/>
        <p:nvPr/>
      </p:nvGrpSpPr>
      <p:grpSpPr>
        <a:xfrm>
          <a:off x="0" y="0"/>
          <a:ext cx="0" cy="0"/>
          <a:chOff x="0" y="0"/>
          <a:chExt cx="0" cy="0"/>
        </a:xfrm>
      </p:grpSpPr>
      <p:sp>
        <p:nvSpPr>
          <p:cNvPr id="163" name="Google Shape;163;p9"/>
          <p:cNvSpPr txBox="1">
            <a:spLocks noGrp="1"/>
          </p:cNvSpPr>
          <p:nvPr>
            <p:ph type="title"/>
          </p:nvPr>
        </p:nvSpPr>
        <p:spPr>
          <a:xfrm>
            <a:off x="2241450" y="152025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4" name="Google Shape;164;p9"/>
          <p:cNvSpPr txBox="1">
            <a:spLocks noGrp="1"/>
          </p:cNvSpPr>
          <p:nvPr>
            <p:ph type="subTitle" idx="1"/>
          </p:nvPr>
        </p:nvSpPr>
        <p:spPr>
          <a:xfrm>
            <a:off x="2241550" y="2362050"/>
            <a:ext cx="4661100" cy="12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grpSp>
        <p:nvGrpSpPr>
          <p:cNvPr id="165" name="Google Shape;165;p9"/>
          <p:cNvGrpSpPr/>
          <p:nvPr/>
        </p:nvGrpSpPr>
        <p:grpSpPr>
          <a:xfrm>
            <a:off x="8132885" y="4098174"/>
            <a:ext cx="1087328" cy="1554067"/>
            <a:chOff x="8056685" y="4021974"/>
            <a:chExt cx="1087328" cy="1554067"/>
          </a:xfrm>
        </p:grpSpPr>
        <p:sp>
          <p:nvSpPr>
            <p:cNvPr id="166" name="Google Shape;166;p9"/>
            <p:cNvSpPr/>
            <p:nvPr/>
          </p:nvSpPr>
          <p:spPr>
            <a:xfrm>
              <a:off x="8056685" y="44886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a:off x="8644317" y="40219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9"/>
          <p:cNvGrpSpPr/>
          <p:nvPr/>
        </p:nvGrpSpPr>
        <p:grpSpPr>
          <a:xfrm>
            <a:off x="-552146" y="-4092920"/>
            <a:ext cx="9940427" cy="9329602"/>
            <a:chOff x="-552146" y="-4092920"/>
            <a:chExt cx="9940427" cy="9329602"/>
          </a:xfrm>
        </p:grpSpPr>
        <p:grpSp>
          <p:nvGrpSpPr>
            <p:cNvPr id="169" name="Google Shape;169;p9"/>
            <p:cNvGrpSpPr/>
            <p:nvPr/>
          </p:nvGrpSpPr>
          <p:grpSpPr>
            <a:xfrm>
              <a:off x="7100723" y="25936"/>
              <a:ext cx="2287558" cy="535377"/>
              <a:chOff x="2175592" y="2937274"/>
              <a:chExt cx="927790" cy="217139"/>
            </a:xfrm>
          </p:grpSpPr>
          <p:sp>
            <p:nvSpPr>
              <p:cNvPr id="170" name="Google Shape;170;p9"/>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9"/>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9"/>
            <p:cNvGrpSpPr/>
            <p:nvPr/>
          </p:nvGrpSpPr>
          <p:grpSpPr>
            <a:xfrm rot="5400000">
              <a:off x="-4611860" y="-33206"/>
              <a:ext cx="9329602" cy="1210174"/>
              <a:chOff x="1859848" y="4008665"/>
              <a:chExt cx="3610527" cy="468334"/>
            </a:xfrm>
          </p:grpSpPr>
          <p:sp>
            <p:nvSpPr>
              <p:cNvPr id="179" name="Google Shape;179;p9"/>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4"/>
        <p:cNvGrpSpPr/>
        <p:nvPr/>
      </p:nvGrpSpPr>
      <p:grpSpPr>
        <a:xfrm>
          <a:off x="0" y="0"/>
          <a:ext cx="0" cy="0"/>
          <a:chOff x="0" y="0"/>
          <a:chExt cx="0" cy="0"/>
        </a:xfrm>
      </p:grpSpPr>
      <p:sp>
        <p:nvSpPr>
          <p:cNvPr id="185" name="Google Shape;185;p10"/>
          <p:cNvSpPr>
            <a:spLocks noGrp="1"/>
          </p:cNvSpPr>
          <p:nvPr>
            <p:ph type="pic" idx="2"/>
          </p:nvPr>
        </p:nvSpPr>
        <p:spPr>
          <a:xfrm>
            <a:off x="0" y="0"/>
            <a:ext cx="9144000" cy="5143500"/>
          </a:xfrm>
          <a:prstGeom prst="rect">
            <a:avLst/>
          </a:prstGeom>
          <a:noFill/>
          <a:ln>
            <a:noFill/>
          </a:ln>
        </p:spPr>
      </p:sp>
      <p:sp>
        <p:nvSpPr>
          <p:cNvPr id="186" name="Google Shape;186;p10"/>
          <p:cNvSpPr txBox="1">
            <a:spLocks noGrp="1"/>
          </p:cNvSpPr>
          <p:nvPr>
            <p:ph type="title"/>
          </p:nvPr>
        </p:nvSpPr>
        <p:spPr>
          <a:xfrm>
            <a:off x="720000" y="38620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7"/>
        <p:cNvGrpSpPr/>
        <p:nvPr/>
      </p:nvGrpSpPr>
      <p:grpSpPr>
        <a:xfrm>
          <a:off x="0" y="0"/>
          <a:ext cx="0" cy="0"/>
          <a:chOff x="0" y="0"/>
          <a:chExt cx="0" cy="0"/>
        </a:xfrm>
      </p:grpSpPr>
      <p:sp>
        <p:nvSpPr>
          <p:cNvPr id="188" name="Google Shape;188;p11"/>
          <p:cNvSpPr txBox="1">
            <a:spLocks noGrp="1"/>
          </p:cNvSpPr>
          <p:nvPr>
            <p:ph type="title" hasCustomPrompt="1"/>
          </p:nvPr>
        </p:nvSpPr>
        <p:spPr>
          <a:xfrm>
            <a:off x="3342775" y="1798175"/>
            <a:ext cx="5088000" cy="1050000"/>
          </a:xfrm>
          <a:prstGeom prst="rect">
            <a:avLst/>
          </a:prstGeom>
        </p:spPr>
        <p:txBody>
          <a:bodyPr spcFirstLastPara="1" wrap="square" lIns="91425" tIns="91425" rIns="91425" bIns="91425" anchor="b" anchorCtr="0">
            <a:noAutofit/>
          </a:bodyPr>
          <a:lstStyle>
            <a:lvl1pPr lvl="0" algn="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9" name="Google Shape;189;p11"/>
          <p:cNvSpPr txBox="1">
            <a:spLocks noGrp="1"/>
          </p:cNvSpPr>
          <p:nvPr>
            <p:ph type="subTitle" idx="1"/>
          </p:nvPr>
        </p:nvSpPr>
        <p:spPr>
          <a:xfrm>
            <a:off x="3342775" y="2848175"/>
            <a:ext cx="5088000" cy="497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grpSp>
        <p:nvGrpSpPr>
          <p:cNvPr id="190" name="Google Shape;190;p11"/>
          <p:cNvGrpSpPr/>
          <p:nvPr/>
        </p:nvGrpSpPr>
        <p:grpSpPr>
          <a:xfrm>
            <a:off x="2174762" y="76198"/>
            <a:ext cx="10579631" cy="5367122"/>
            <a:chOff x="2174762" y="76198"/>
            <a:chExt cx="10579631" cy="5367122"/>
          </a:xfrm>
        </p:grpSpPr>
        <p:grpSp>
          <p:nvGrpSpPr>
            <p:cNvPr id="191" name="Google Shape;191;p11"/>
            <p:cNvGrpSpPr/>
            <p:nvPr/>
          </p:nvGrpSpPr>
          <p:grpSpPr>
            <a:xfrm flipH="1">
              <a:off x="2174762" y="76198"/>
              <a:ext cx="1394075" cy="535357"/>
              <a:chOff x="7247818" y="1391030"/>
              <a:chExt cx="1023926" cy="392692"/>
            </a:xfrm>
          </p:grpSpPr>
          <p:sp>
            <p:nvSpPr>
              <p:cNvPr id="192" name="Google Shape;192;p11"/>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11"/>
            <p:cNvGrpSpPr/>
            <p:nvPr/>
          </p:nvGrpSpPr>
          <p:grpSpPr>
            <a:xfrm>
              <a:off x="3379311" y="170086"/>
              <a:ext cx="9375082" cy="5273234"/>
              <a:chOff x="3379311" y="170086"/>
              <a:chExt cx="9375082" cy="5273234"/>
            </a:xfrm>
          </p:grpSpPr>
          <p:grpSp>
            <p:nvGrpSpPr>
              <p:cNvPr id="200" name="Google Shape;200;p11"/>
              <p:cNvGrpSpPr/>
              <p:nvPr/>
            </p:nvGrpSpPr>
            <p:grpSpPr>
              <a:xfrm>
                <a:off x="7132498" y="170086"/>
                <a:ext cx="2287558" cy="535377"/>
                <a:chOff x="2175592" y="2937274"/>
                <a:chExt cx="927790" cy="217139"/>
              </a:xfrm>
            </p:grpSpPr>
            <p:sp>
              <p:nvSpPr>
                <p:cNvPr id="201" name="Google Shape;201;p11"/>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1"/>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1"/>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1"/>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 name="Google Shape;209;p11"/>
              <p:cNvGrpSpPr/>
              <p:nvPr/>
            </p:nvGrpSpPr>
            <p:grpSpPr>
              <a:xfrm>
                <a:off x="3379311" y="4233146"/>
                <a:ext cx="9375082" cy="1210174"/>
                <a:chOff x="3379311" y="4309346"/>
                <a:chExt cx="9375082" cy="1210174"/>
              </a:xfrm>
            </p:grpSpPr>
            <p:grpSp>
              <p:nvGrpSpPr>
                <p:cNvPr id="210" name="Google Shape;210;p11"/>
                <p:cNvGrpSpPr/>
                <p:nvPr/>
              </p:nvGrpSpPr>
              <p:grpSpPr>
                <a:xfrm>
                  <a:off x="3424790" y="4309346"/>
                  <a:ext cx="9329602" cy="1210174"/>
                  <a:chOff x="1859848" y="4008665"/>
                  <a:chExt cx="3610527" cy="468334"/>
                </a:xfrm>
              </p:grpSpPr>
              <p:sp>
                <p:nvSpPr>
                  <p:cNvPr id="211" name="Google Shape;211;p11"/>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1"/>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1"/>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 name="Google Shape;216;p11"/>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1"/>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1"/>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22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_1">
    <p:spTree>
      <p:nvGrpSpPr>
        <p:cNvPr id="1" name="Shape 222"/>
        <p:cNvGrpSpPr/>
        <p:nvPr/>
      </p:nvGrpSpPr>
      <p:grpSpPr>
        <a:xfrm>
          <a:off x="0" y="0"/>
          <a:ext cx="0" cy="0"/>
          <a:chOff x="0" y="0"/>
          <a:chExt cx="0" cy="0"/>
        </a:xfrm>
      </p:grpSpPr>
      <p:grpSp>
        <p:nvGrpSpPr>
          <p:cNvPr id="223" name="Google Shape;223;p13"/>
          <p:cNvGrpSpPr/>
          <p:nvPr/>
        </p:nvGrpSpPr>
        <p:grpSpPr>
          <a:xfrm>
            <a:off x="133663" y="-247145"/>
            <a:ext cx="9237498" cy="9329602"/>
            <a:chOff x="133663" y="-247145"/>
            <a:chExt cx="9237498" cy="9329602"/>
          </a:xfrm>
        </p:grpSpPr>
        <p:grpSp>
          <p:nvGrpSpPr>
            <p:cNvPr id="224" name="Google Shape;224;p13"/>
            <p:cNvGrpSpPr/>
            <p:nvPr/>
          </p:nvGrpSpPr>
          <p:grpSpPr>
            <a:xfrm rot="5400000">
              <a:off x="4101273" y="3812569"/>
              <a:ext cx="9329602" cy="1210174"/>
              <a:chOff x="1859848" y="4008665"/>
              <a:chExt cx="3610527" cy="468334"/>
            </a:xfrm>
          </p:grpSpPr>
          <p:sp>
            <p:nvSpPr>
              <p:cNvPr id="225" name="Google Shape;225;p13"/>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3"/>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3"/>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3"/>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 name="Google Shape;230;p13"/>
            <p:cNvGrpSpPr/>
            <p:nvPr/>
          </p:nvGrpSpPr>
          <p:grpSpPr>
            <a:xfrm rot="5400000" flipH="1">
              <a:off x="-571700" y="4159766"/>
              <a:ext cx="1946102" cy="535377"/>
              <a:chOff x="4494663" y="3046829"/>
              <a:chExt cx="789302" cy="217139"/>
            </a:xfrm>
          </p:grpSpPr>
          <p:sp>
            <p:nvSpPr>
              <p:cNvPr id="231" name="Google Shape;231;p13"/>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3"/>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3"/>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3"/>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3"/>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3"/>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9" name="Google Shape;239;p13"/>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13"/>
          <p:cNvSpPr txBox="1">
            <a:spLocks noGrp="1"/>
          </p:cNvSpPr>
          <p:nvPr>
            <p:ph type="title" idx="2" hasCustomPrompt="1"/>
          </p:nvPr>
        </p:nvSpPr>
        <p:spPr>
          <a:xfrm>
            <a:off x="1423313" y="1431188"/>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1" name="Google Shape;241;p13"/>
          <p:cNvSpPr txBox="1">
            <a:spLocks noGrp="1"/>
          </p:cNvSpPr>
          <p:nvPr>
            <p:ph type="title" idx="3" hasCustomPrompt="1"/>
          </p:nvPr>
        </p:nvSpPr>
        <p:spPr>
          <a:xfrm>
            <a:off x="1423313" y="3101300"/>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2" name="Google Shape;242;p13"/>
          <p:cNvSpPr txBox="1">
            <a:spLocks noGrp="1"/>
          </p:cNvSpPr>
          <p:nvPr>
            <p:ph type="title" idx="4" hasCustomPrompt="1"/>
          </p:nvPr>
        </p:nvSpPr>
        <p:spPr>
          <a:xfrm>
            <a:off x="4118688" y="1431188"/>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3" name="Google Shape;243;p13"/>
          <p:cNvSpPr txBox="1">
            <a:spLocks noGrp="1"/>
          </p:cNvSpPr>
          <p:nvPr>
            <p:ph type="title" idx="5" hasCustomPrompt="1"/>
          </p:nvPr>
        </p:nvSpPr>
        <p:spPr>
          <a:xfrm>
            <a:off x="4118688" y="3101300"/>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4" name="Google Shape;244;p13"/>
          <p:cNvSpPr txBox="1">
            <a:spLocks noGrp="1"/>
          </p:cNvSpPr>
          <p:nvPr>
            <p:ph type="subTitle" idx="1"/>
          </p:nvPr>
        </p:nvSpPr>
        <p:spPr>
          <a:xfrm>
            <a:off x="71310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5" name="Google Shape;245;p13"/>
          <p:cNvSpPr txBox="1">
            <a:spLocks noGrp="1"/>
          </p:cNvSpPr>
          <p:nvPr>
            <p:ph type="subTitle" idx="6"/>
          </p:nvPr>
        </p:nvSpPr>
        <p:spPr>
          <a:xfrm>
            <a:off x="340845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6" name="Google Shape;246;p13"/>
          <p:cNvSpPr txBox="1">
            <a:spLocks noGrp="1"/>
          </p:cNvSpPr>
          <p:nvPr>
            <p:ph type="subTitle" idx="7"/>
          </p:nvPr>
        </p:nvSpPr>
        <p:spPr>
          <a:xfrm>
            <a:off x="71310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7" name="Google Shape;247;p13"/>
          <p:cNvSpPr txBox="1">
            <a:spLocks noGrp="1"/>
          </p:cNvSpPr>
          <p:nvPr>
            <p:ph type="subTitle" idx="8"/>
          </p:nvPr>
        </p:nvSpPr>
        <p:spPr>
          <a:xfrm>
            <a:off x="340845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8" name="Google Shape;248;p13"/>
          <p:cNvSpPr txBox="1">
            <a:spLocks noGrp="1"/>
          </p:cNvSpPr>
          <p:nvPr>
            <p:ph type="title" idx="9" hasCustomPrompt="1"/>
          </p:nvPr>
        </p:nvSpPr>
        <p:spPr>
          <a:xfrm>
            <a:off x="6814038" y="1431188"/>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9" name="Google Shape;249;p13"/>
          <p:cNvSpPr txBox="1">
            <a:spLocks noGrp="1"/>
          </p:cNvSpPr>
          <p:nvPr>
            <p:ph type="title" idx="13" hasCustomPrompt="1"/>
          </p:nvPr>
        </p:nvSpPr>
        <p:spPr>
          <a:xfrm>
            <a:off x="6814038" y="3101300"/>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50" name="Google Shape;250;p13"/>
          <p:cNvSpPr txBox="1">
            <a:spLocks noGrp="1"/>
          </p:cNvSpPr>
          <p:nvPr>
            <p:ph type="subTitle" idx="14"/>
          </p:nvPr>
        </p:nvSpPr>
        <p:spPr>
          <a:xfrm>
            <a:off x="610380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51" name="Google Shape;251;p13"/>
          <p:cNvSpPr txBox="1">
            <a:spLocks noGrp="1"/>
          </p:cNvSpPr>
          <p:nvPr>
            <p:ph type="subTitle" idx="15"/>
          </p:nvPr>
        </p:nvSpPr>
        <p:spPr>
          <a:xfrm>
            <a:off x="610380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252" name="Google Shape;252;p13"/>
          <p:cNvGrpSpPr/>
          <p:nvPr/>
        </p:nvGrpSpPr>
        <p:grpSpPr>
          <a:xfrm>
            <a:off x="8295096" y="-179973"/>
            <a:ext cx="1023926" cy="1024447"/>
            <a:chOff x="5690549" y="1784557"/>
            <a:chExt cx="570782" cy="571072"/>
          </a:xfrm>
        </p:grpSpPr>
        <p:sp>
          <p:nvSpPr>
            <p:cNvPr id="253" name="Google Shape;253;p13"/>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3"/>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13_2">
    <p:spTree>
      <p:nvGrpSpPr>
        <p:cNvPr id="1" name="Shape 285"/>
        <p:cNvGrpSpPr/>
        <p:nvPr/>
      </p:nvGrpSpPr>
      <p:grpSpPr>
        <a:xfrm>
          <a:off x="0" y="0"/>
          <a:ext cx="0" cy="0"/>
          <a:chOff x="0" y="0"/>
          <a:chExt cx="0" cy="0"/>
        </a:xfrm>
      </p:grpSpPr>
      <p:sp>
        <p:nvSpPr>
          <p:cNvPr id="286" name="Google Shape;286;p15"/>
          <p:cNvSpPr txBox="1">
            <a:spLocks noGrp="1"/>
          </p:cNvSpPr>
          <p:nvPr>
            <p:ph type="title"/>
          </p:nvPr>
        </p:nvSpPr>
        <p:spPr>
          <a:xfrm>
            <a:off x="3607912" y="931838"/>
            <a:ext cx="4060200" cy="12039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87" name="Google Shape;287;p15"/>
          <p:cNvSpPr txBox="1">
            <a:spLocks noGrp="1"/>
          </p:cNvSpPr>
          <p:nvPr>
            <p:ph type="subTitle" idx="1"/>
          </p:nvPr>
        </p:nvSpPr>
        <p:spPr>
          <a:xfrm>
            <a:off x="3607912" y="2135663"/>
            <a:ext cx="4060200" cy="207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AutoNum type="arabicPeriod"/>
              <a:defRPr>
                <a:solidFill>
                  <a:schemeClr val="dk1"/>
                </a:solidFill>
              </a:defRPr>
            </a:lvl1pPr>
            <a:lvl2pPr lvl="1" algn="ctr" rtl="0">
              <a:lnSpc>
                <a:spcPct val="100000"/>
              </a:lnSpc>
              <a:spcBef>
                <a:spcPts val="0"/>
              </a:spcBef>
              <a:spcAft>
                <a:spcPts val="0"/>
              </a:spcAft>
              <a:buClr>
                <a:schemeClr val="dk1"/>
              </a:buClr>
              <a:buSzPts val="1200"/>
              <a:buAutoNum type="alphaLcPeriod"/>
              <a:defRPr>
                <a:solidFill>
                  <a:schemeClr val="dk1"/>
                </a:solidFill>
              </a:defRPr>
            </a:lvl2pPr>
            <a:lvl3pPr lvl="2" algn="ctr" rtl="0">
              <a:lnSpc>
                <a:spcPct val="100000"/>
              </a:lnSpc>
              <a:spcBef>
                <a:spcPts val="1600"/>
              </a:spcBef>
              <a:spcAft>
                <a:spcPts val="0"/>
              </a:spcAft>
              <a:buClr>
                <a:schemeClr val="dk1"/>
              </a:buClr>
              <a:buSzPts val="1200"/>
              <a:buAutoNum type="romanLcPeriod"/>
              <a:defRPr>
                <a:solidFill>
                  <a:schemeClr val="dk1"/>
                </a:solidFill>
              </a:defRPr>
            </a:lvl3pPr>
            <a:lvl4pPr lvl="3" algn="ctr" rtl="0">
              <a:lnSpc>
                <a:spcPct val="100000"/>
              </a:lnSpc>
              <a:spcBef>
                <a:spcPts val="1600"/>
              </a:spcBef>
              <a:spcAft>
                <a:spcPts val="0"/>
              </a:spcAft>
              <a:buClr>
                <a:schemeClr val="dk1"/>
              </a:buClr>
              <a:buSzPts val="1200"/>
              <a:buAutoNum type="arabicPeriod"/>
              <a:defRPr>
                <a:solidFill>
                  <a:schemeClr val="dk1"/>
                </a:solidFill>
              </a:defRPr>
            </a:lvl4pPr>
            <a:lvl5pPr lvl="4" algn="ctr" rtl="0">
              <a:lnSpc>
                <a:spcPct val="100000"/>
              </a:lnSpc>
              <a:spcBef>
                <a:spcPts val="1600"/>
              </a:spcBef>
              <a:spcAft>
                <a:spcPts val="0"/>
              </a:spcAft>
              <a:buClr>
                <a:schemeClr val="dk1"/>
              </a:buClr>
              <a:buSzPts val="1200"/>
              <a:buAutoNum type="alphaLcPeriod"/>
              <a:defRPr>
                <a:solidFill>
                  <a:schemeClr val="dk1"/>
                </a:solidFill>
              </a:defRPr>
            </a:lvl5pPr>
            <a:lvl6pPr lvl="5" algn="ctr" rtl="0">
              <a:lnSpc>
                <a:spcPct val="100000"/>
              </a:lnSpc>
              <a:spcBef>
                <a:spcPts val="1600"/>
              </a:spcBef>
              <a:spcAft>
                <a:spcPts val="0"/>
              </a:spcAft>
              <a:buClr>
                <a:schemeClr val="dk1"/>
              </a:buClr>
              <a:buSzPts val="1200"/>
              <a:buAutoNum type="romanLcPeriod"/>
              <a:defRPr>
                <a:solidFill>
                  <a:schemeClr val="dk1"/>
                </a:solidFill>
              </a:defRPr>
            </a:lvl6pPr>
            <a:lvl7pPr lvl="6" algn="ctr" rtl="0">
              <a:lnSpc>
                <a:spcPct val="100000"/>
              </a:lnSpc>
              <a:spcBef>
                <a:spcPts val="1600"/>
              </a:spcBef>
              <a:spcAft>
                <a:spcPts val="0"/>
              </a:spcAft>
              <a:buClr>
                <a:schemeClr val="dk1"/>
              </a:buClr>
              <a:buSzPts val="1200"/>
              <a:buAutoNum type="arabicPeriod"/>
              <a:defRPr>
                <a:solidFill>
                  <a:schemeClr val="dk1"/>
                </a:solidFill>
              </a:defRPr>
            </a:lvl7pPr>
            <a:lvl8pPr lvl="7" algn="ctr" rtl="0">
              <a:lnSpc>
                <a:spcPct val="100000"/>
              </a:lnSpc>
              <a:spcBef>
                <a:spcPts val="1600"/>
              </a:spcBef>
              <a:spcAft>
                <a:spcPts val="0"/>
              </a:spcAft>
              <a:buClr>
                <a:schemeClr val="dk1"/>
              </a:buClr>
              <a:buSzPts val="1200"/>
              <a:buAutoNum type="alphaLcPeriod"/>
              <a:defRPr>
                <a:solidFill>
                  <a:schemeClr val="dk1"/>
                </a:solidFill>
              </a:defRPr>
            </a:lvl8pPr>
            <a:lvl9pPr lvl="8" algn="ctr" rtl="0">
              <a:lnSpc>
                <a:spcPct val="100000"/>
              </a:lnSpc>
              <a:spcBef>
                <a:spcPts val="1600"/>
              </a:spcBef>
              <a:spcAft>
                <a:spcPts val="1600"/>
              </a:spcAft>
              <a:buClr>
                <a:schemeClr val="dk1"/>
              </a:buClr>
              <a:buSzPts val="1200"/>
              <a:buAutoNum type="romanLcPeriod"/>
              <a:defRPr>
                <a:solidFill>
                  <a:schemeClr val="dk1"/>
                </a:solidFill>
              </a:defRPr>
            </a:lvl9pPr>
          </a:lstStyle>
          <a:p>
            <a:endParaRPr/>
          </a:p>
        </p:txBody>
      </p:sp>
      <p:grpSp>
        <p:nvGrpSpPr>
          <p:cNvPr id="288" name="Google Shape;288;p15"/>
          <p:cNvGrpSpPr/>
          <p:nvPr/>
        </p:nvGrpSpPr>
        <p:grpSpPr>
          <a:xfrm flipH="1">
            <a:off x="-228429" y="-2797520"/>
            <a:ext cx="9951786" cy="9329602"/>
            <a:chOff x="-563505" y="-2797520"/>
            <a:chExt cx="9951786" cy="9329602"/>
          </a:xfrm>
        </p:grpSpPr>
        <p:grpSp>
          <p:nvGrpSpPr>
            <p:cNvPr id="289" name="Google Shape;289;p15"/>
            <p:cNvGrpSpPr/>
            <p:nvPr/>
          </p:nvGrpSpPr>
          <p:grpSpPr>
            <a:xfrm>
              <a:off x="7100723" y="54334"/>
              <a:ext cx="2287558" cy="535377"/>
              <a:chOff x="2175592" y="2937274"/>
              <a:chExt cx="927790" cy="217139"/>
            </a:xfrm>
          </p:grpSpPr>
          <p:sp>
            <p:nvSpPr>
              <p:cNvPr id="290" name="Google Shape;290;p15"/>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5"/>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5"/>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298;p15"/>
            <p:cNvGrpSpPr/>
            <p:nvPr/>
          </p:nvGrpSpPr>
          <p:grpSpPr>
            <a:xfrm rot="5400000">
              <a:off x="-4623219" y="1262194"/>
              <a:ext cx="9329602" cy="1210174"/>
              <a:chOff x="1859848" y="4008665"/>
              <a:chExt cx="3610527" cy="468334"/>
            </a:xfrm>
          </p:grpSpPr>
          <p:sp>
            <p:nvSpPr>
              <p:cNvPr id="299" name="Google Shape;299;p1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4" name="Google Shape;304;p15"/>
          <p:cNvGrpSpPr/>
          <p:nvPr/>
        </p:nvGrpSpPr>
        <p:grpSpPr>
          <a:xfrm flipH="1">
            <a:off x="110157" y="4004852"/>
            <a:ext cx="1023926" cy="1024447"/>
            <a:chOff x="5690549" y="1784557"/>
            <a:chExt cx="570782" cy="571072"/>
          </a:xfrm>
        </p:grpSpPr>
        <p:sp>
          <p:nvSpPr>
            <p:cNvPr id="305" name="Google Shape;305;p15"/>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5"/>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5"/>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6_3">
    <p:spTree>
      <p:nvGrpSpPr>
        <p:cNvPr id="1" name="Shape 335"/>
        <p:cNvGrpSpPr/>
        <p:nvPr/>
      </p:nvGrpSpPr>
      <p:grpSpPr>
        <a:xfrm>
          <a:off x="0" y="0"/>
          <a:ext cx="0" cy="0"/>
          <a:chOff x="0" y="0"/>
          <a:chExt cx="0" cy="0"/>
        </a:xfrm>
      </p:grpSpPr>
      <p:sp>
        <p:nvSpPr>
          <p:cNvPr id="336" name="Google Shape;336;p17"/>
          <p:cNvSpPr txBox="1">
            <a:spLocks noGrp="1"/>
          </p:cNvSpPr>
          <p:nvPr>
            <p:ph type="title"/>
          </p:nvPr>
        </p:nvSpPr>
        <p:spPr>
          <a:xfrm>
            <a:off x="720075"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7" name="Google Shape;337;p17"/>
          <p:cNvSpPr txBox="1">
            <a:spLocks noGrp="1"/>
          </p:cNvSpPr>
          <p:nvPr>
            <p:ph type="subTitle" idx="1"/>
          </p:nvPr>
        </p:nvSpPr>
        <p:spPr>
          <a:xfrm>
            <a:off x="854800" y="2393650"/>
            <a:ext cx="2224800" cy="179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38" name="Google Shape;338;p17"/>
          <p:cNvSpPr txBox="1">
            <a:spLocks noGrp="1"/>
          </p:cNvSpPr>
          <p:nvPr>
            <p:ph type="subTitle" idx="2"/>
          </p:nvPr>
        </p:nvSpPr>
        <p:spPr>
          <a:xfrm>
            <a:off x="3459613" y="2393650"/>
            <a:ext cx="2224800" cy="1794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39" name="Google Shape;339;p17"/>
          <p:cNvSpPr txBox="1">
            <a:spLocks noGrp="1"/>
          </p:cNvSpPr>
          <p:nvPr>
            <p:ph type="subTitle" idx="3"/>
          </p:nvPr>
        </p:nvSpPr>
        <p:spPr>
          <a:xfrm>
            <a:off x="6064427" y="2393650"/>
            <a:ext cx="2224800" cy="1794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40" name="Google Shape;340;p17"/>
          <p:cNvSpPr txBox="1">
            <a:spLocks noGrp="1"/>
          </p:cNvSpPr>
          <p:nvPr>
            <p:ph type="subTitle" idx="4"/>
          </p:nvPr>
        </p:nvSpPr>
        <p:spPr>
          <a:xfrm>
            <a:off x="854800" y="1732800"/>
            <a:ext cx="2224800" cy="74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41" name="Google Shape;341;p17"/>
          <p:cNvSpPr txBox="1">
            <a:spLocks noGrp="1"/>
          </p:cNvSpPr>
          <p:nvPr>
            <p:ph type="subTitle" idx="5"/>
          </p:nvPr>
        </p:nvSpPr>
        <p:spPr>
          <a:xfrm>
            <a:off x="3459613" y="1732800"/>
            <a:ext cx="2224800" cy="748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42" name="Google Shape;342;p17"/>
          <p:cNvSpPr txBox="1">
            <a:spLocks noGrp="1"/>
          </p:cNvSpPr>
          <p:nvPr>
            <p:ph type="subTitle" idx="6"/>
          </p:nvPr>
        </p:nvSpPr>
        <p:spPr>
          <a:xfrm>
            <a:off x="6064427" y="1732800"/>
            <a:ext cx="2224800" cy="7485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343" name="Google Shape;343;p17"/>
          <p:cNvGrpSpPr/>
          <p:nvPr/>
        </p:nvGrpSpPr>
        <p:grpSpPr>
          <a:xfrm>
            <a:off x="-563505" y="-2216623"/>
            <a:ext cx="9951786" cy="9329602"/>
            <a:chOff x="-563505" y="-2216623"/>
            <a:chExt cx="9951786" cy="9329602"/>
          </a:xfrm>
        </p:grpSpPr>
        <p:grpSp>
          <p:nvGrpSpPr>
            <p:cNvPr id="344" name="Google Shape;344;p17"/>
            <p:cNvGrpSpPr/>
            <p:nvPr/>
          </p:nvGrpSpPr>
          <p:grpSpPr>
            <a:xfrm>
              <a:off x="7100723" y="54334"/>
              <a:ext cx="2287558" cy="535377"/>
              <a:chOff x="2175592" y="2937274"/>
              <a:chExt cx="927790" cy="217139"/>
            </a:xfrm>
          </p:grpSpPr>
          <p:sp>
            <p:nvSpPr>
              <p:cNvPr id="345" name="Google Shape;345;p17"/>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7"/>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7"/>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7"/>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7"/>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7"/>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7"/>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17"/>
            <p:cNvGrpSpPr/>
            <p:nvPr/>
          </p:nvGrpSpPr>
          <p:grpSpPr>
            <a:xfrm rot="5400000">
              <a:off x="-4623219" y="1843092"/>
              <a:ext cx="9329602" cy="1210174"/>
              <a:chOff x="1859848" y="4008665"/>
              <a:chExt cx="3610527" cy="468334"/>
            </a:xfrm>
          </p:grpSpPr>
          <p:sp>
            <p:nvSpPr>
              <p:cNvPr id="354" name="Google Shape;354;p17"/>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7"/>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7"/>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7"/>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7"/>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5_1">
    <p:spTree>
      <p:nvGrpSpPr>
        <p:cNvPr id="1" name="Shape 359"/>
        <p:cNvGrpSpPr/>
        <p:nvPr/>
      </p:nvGrpSpPr>
      <p:grpSpPr>
        <a:xfrm>
          <a:off x="0" y="0"/>
          <a:ext cx="0" cy="0"/>
          <a:chOff x="0" y="0"/>
          <a:chExt cx="0" cy="0"/>
        </a:xfrm>
      </p:grpSpPr>
      <p:grpSp>
        <p:nvGrpSpPr>
          <p:cNvPr id="360" name="Google Shape;360;p18"/>
          <p:cNvGrpSpPr/>
          <p:nvPr/>
        </p:nvGrpSpPr>
        <p:grpSpPr>
          <a:xfrm>
            <a:off x="-247337" y="-247145"/>
            <a:ext cx="9237498" cy="9329602"/>
            <a:chOff x="-247337" y="-247145"/>
            <a:chExt cx="9237498" cy="9329602"/>
          </a:xfrm>
        </p:grpSpPr>
        <p:grpSp>
          <p:nvGrpSpPr>
            <p:cNvPr id="361" name="Google Shape;361;p18"/>
            <p:cNvGrpSpPr/>
            <p:nvPr/>
          </p:nvGrpSpPr>
          <p:grpSpPr>
            <a:xfrm rot="-5400000" flipH="1">
              <a:off x="-4307051" y="3812569"/>
              <a:ext cx="9329602" cy="1210174"/>
              <a:chOff x="1859848" y="4008665"/>
              <a:chExt cx="3610527" cy="468334"/>
            </a:xfrm>
          </p:grpSpPr>
          <p:sp>
            <p:nvSpPr>
              <p:cNvPr id="362" name="Google Shape;362;p18"/>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8"/>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 name="Google Shape;367;p18"/>
            <p:cNvGrpSpPr/>
            <p:nvPr/>
          </p:nvGrpSpPr>
          <p:grpSpPr>
            <a:xfrm rot="-5400000">
              <a:off x="7749421" y="4159766"/>
              <a:ext cx="1946102" cy="535377"/>
              <a:chOff x="4494663" y="3046829"/>
              <a:chExt cx="789302" cy="217139"/>
            </a:xfrm>
          </p:grpSpPr>
          <p:sp>
            <p:nvSpPr>
              <p:cNvPr id="368" name="Google Shape;368;p18"/>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8"/>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8"/>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8"/>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8"/>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8"/>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8"/>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6" name="Google Shape;376;p18"/>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18"/>
          <p:cNvSpPr txBox="1">
            <a:spLocks noGrp="1"/>
          </p:cNvSpPr>
          <p:nvPr>
            <p:ph type="subTitle" idx="1"/>
          </p:nvPr>
        </p:nvSpPr>
        <p:spPr>
          <a:xfrm>
            <a:off x="833250" y="1780825"/>
            <a:ext cx="36561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1600"/>
              </a:spcBef>
              <a:spcAft>
                <a:spcPts val="0"/>
              </a:spcAft>
              <a:buClr>
                <a:schemeClr val="dk1"/>
              </a:buClr>
              <a:buSzPts val="1200"/>
              <a:buNone/>
              <a:defRPr>
                <a:solidFill>
                  <a:schemeClr val="dk1"/>
                </a:solidFill>
              </a:defRPr>
            </a:lvl3pPr>
            <a:lvl4pPr lvl="3" rtl="0">
              <a:lnSpc>
                <a:spcPct val="100000"/>
              </a:lnSpc>
              <a:spcBef>
                <a:spcPts val="1600"/>
              </a:spcBef>
              <a:spcAft>
                <a:spcPts val="0"/>
              </a:spcAft>
              <a:buClr>
                <a:schemeClr val="dk1"/>
              </a:buClr>
              <a:buSzPts val="1200"/>
              <a:buNone/>
              <a:defRPr>
                <a:solidFill>
                  <a:schemeClr val="dk1"/>
                </a:solidFill>
              </a:defRPr>
            </a:lvl4pPr>
            <a:lvl5pPr lvl="4" rtl="0">
              <a:lnSpc>
                <a:spcPct val="100000"/>
              </a:lnSpc>
              <a:spcBef>
                <a:spcPts val="1600"/>
              </a:spcBef>
              <a:spcAft>
                <a:spcPts val="0"/>
              </a:spcAft>
              <a:buClr>
                <a:schemeClr val="dk1"/>
              </a:buClr>
              <a:buSzPts val="1200"/>
              <a:buNone/>
              <a:defRPr>
                <a:solidFill>
                  <a:schemeClr val="dk1"/>
                </a:solidFill>
              </a:defRPr>
            </a:lvl5pPr>
            <a:lvl6pPr lvl="5" rtl="0">
              <a:lnSpc>
                <a:spcPct val="100000"/>
              </a:lnSpc>
              <a:spcBef>
                <a:spcPts val="1600"/>
              </a:spcBef>
              <a:spcAft>
                <a:spcPts val="0"/>
              </a:spcAft>
              <a:buClr>
                <a:schemeClr val="dk1"/>
              </a:buClr>
              <a:buSzPts val="1200"/>
              <a:buNone/>
              <a:defRPr>
                <a:solidFill>
                  <a:schemeClr val="dk1"/>
                </a:solidFill>
              </a:defRPr>
            </a:lvl6pPr>
            <a:lvl7pPr lvl="6" rtl="0">
              <a:lnSpc>
                <a:spcPct val="100000"/>
              </a:lnSpc>
              <a:spcBef>
                <a:spcPts val="1600"/>
              </a:spcBef>
              <a:spcAft>
                <a:spcPts val="0"/>
              </a:spcAft>
              <a:buClr>
                <a:schemeClr val="dk1"/>
              </a:buClr>
              <a:buSzPts val="1200"/>
              <a:buNone/>
              <a:defRPr>
                <a:solidFill>
                  <a:schemeClr val="dk1"/>
                </a:solidFill>
              </a:defRPr>
            </a:lvl7pPr>
            <a:lvl8pPr lvl="7" rtl="0">
              <a:lnSpc>
                <a:spcPct val="100000"/>
              </a:lnSpc>
              <a:spcBef>
                <a:spcPts val="1600"/>
              </a:spcBef>
              <a:spcAft>
                <a:spcPts val="0"/>
              </a:spcAft>
              <a:buClr>
                <a:schemeClr val="dk1"/>
              </a:buClr>
              <a:buSzPts val="1200"/>
              <a:buNone/>
              <a:defRPr>
                <a:solidFill>
                  <a:schemeClr val="dk1"/>
                </a:solidFill>
              </a:defRPr>
            </a:lvl8pPr>
            <a:lvl9pPr lvl="8"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78" name="Google Shape;378;p18"/>
          <p:cNvSpPr txBox="1">
            <a:spLocks noGrp="1"/>
          </p:cNvSpPr>
          <p:nvPr>
            <p:ph type="subTitle" idx="2"/>
          </p:nvPr>
        </p:nvSpPr>
        <p:spPr>
          <a:xfrm>
            <a:off x="4654676" y="1780825"/>
            <a:ext cx="36561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r" rtl="0">
              <a:lnSpc>
                <a:spcPct val="100000"/>
              </a:lnSpc>
              <a:spcBef>
                <a:spcPts val="0"/>
              </a:spcBef>
              <a:spcAft>
                <a:spcPts val="0"/>
              </a:spcAft>
              <a:buClr>
                <a:schemeClr val="dk1"/>
              </a:buClr>
              <a:buSzPts val="1200"/>
              <a:buNone/>
              <a:defRPr>
                <a:solidFill>
                  <a:schemeClr val="dk1"/>
                </a:solidFill>
              </a:defRPr>
            </a:lvl2pPr>
            <a:lvl3pPr lvl="2" algn="r" rtl="0">
              <a:lnSpc>
                <a:spcPct val="100000"/>
              </a:lnSpc>
              <a:spcBef>
                <a:spcPts val="1600"/>
              </a:spcBef>
              <a:spcAft>
                <a:spcPts val="0"/>
              </a:spcAft>
              <a:buClr>
                <a:schemeClr val="dk1"/>
              </a:buClr>
              <a:buSzPts val="1200"/>
              <a:buNone/>
              <a:defRPr>
                <a:solidFill>
                  <a:schemeClr val="dk1"/>
                </a:solidFill>
              </a:defRPr>
            </a:lvl3pPr>
            <a:lvl4pPr lvl="3" algn="r" rtl="0">
              <a:lnSpc>
                <a:spcPct val="100000"/>
              </a:lnSpc>
              <a:spcBef>
                <a:spcPts val="1600"/>
              </a:spcBef>
              <a:spcAft>
                <a:spcPts val="0"/>
              </a:spcAft>
              <a:buClr>
                <a:schemeClr val="dk1"/>
              </a:buClr>
              <a:buSzPts val="1200"/>
              <a:buNone/>
              <a:defRPr>
                <a:solidFill>
                  <a:schemeClr val="dk1"/>
                </a:solidFill>
              </a:defRPr>
            </a:lvl4pPr>
            <a:lvl5pPr lvl="4" algn="r" rtl="0">
              <a:lnSpc>
                <a:spcPct val="100000"/>
              </a:lnSpc>
              <a:spcBef>
                <a:spcPts val="1600"/>
              </a:spcBef>
              <a:spcAft>
                <a:spcPts val="0"/>
              </a:spcAft>
              <a:buClr>
                <a:schemeClr val="dk1"/>
              </a:buClr>
              <a:buSzPts val="1200"/>
              <a:buNone/>
              <a:defRPr>
                <a:solidFill>
                  <a:schemeClr val="dk1"/>
                </a:solidFill>
              </a:defRPr>
            </a:lvl5pPr>
            <a:lvl6pPr lvl="5" algn="r" rtl="0">
              <a:lnSpc>
                <a:spcPct val="100000"/>
              </a:lnSpc>
              <a:spcBef>
                <a:spcPts val="1600"/>
              </a:spcBef>
              <a:spcAft>
                <a:spcPts val="0"/>
              </a:spcAft>
              <a:buClr>
                <a:schemeClr val="dk1"/>
              </a:buClr>
              <a:buSzPts val="1200"/>
              <a:buNone/>
              <a:defRPr>
                <a:solidFill>
                  <a:schemeClr val="dk1"/>
                </a:solidFill>
              </a:defRPr>
            </a:lvl6pPr>
            <a:lvl7pPr lvl="6" algn="r" rtl="0">
              <a:lnSpc>
                <a:spcPct val="100000"/>
              </a:lnSpc>
              <a:spcBef>
                <a:spcPts val="1600"/>
              </a:spcBef>
              <a:spcAft>
                <a:spcPts val="0"/>
              </a:spcAft>
              <a:buClr>
                <a:schemeClr val="dk1"/>
              </a:buClr>
              <a:buSzPts val="1200"/>
              <a:buNone/>
              <a:defRPr>
                <a:solidFill>
                  <a:schemeClr val="dk1"/>
                </a:solidFill>
              </a:defRPr>
            </a:lvl7pPr>
            <a:lvl8pPr lvl="7" algn="r" rtl="0">
              <a:lnSpc>
                <a:spcPct val="100000"/>
              </a:lnSpc>
              <a:spcBef>
                <a:spcPts val="1600"/>
              </a:spcBef>
              <a:spcAft>
                <a:spcPts val="0"/>
              </a:spcAft>
              <a:buClr>
                <a:schemeClr val="dk1"/>
              </a:buClr>
              <a:buSzPts val="1200"/>
              <a:buNone/>
              <a:defRPr>
                <a:solidFill>
                  <a:schemeClr val="dk1"/>
                </a:solidFill>
              </a:defRPr>
            </a:lvl8pPr>
            <a:lvl9pPr lvl="8" algn="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79" name="Google Shape;379;p18"/>
          <p:cNvSpPr txBox="1">
            <a:spLocks noGrp="1"/>
          </p:cNvSpPr>
          <p:nvPr>
            <p:ph type="subTitle" idx="3"/>
          </p:nvPr>
        </p:nvSpPr>
        <p:spPr>
          <a:xfrm>
            <a:off x="833250" y="3519025"/>
            <a:ext cx="36561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1600"/>
              </a:spcBef>
              <a:spcAft>
                <a:spcPts val="0"/>
              </a:spcAft>
              <a:buClr>
                <a:schemeClr val="dk1"/>
              </a:buClr>
              <a:buSzPts val="1200"/>
              <a:buNone/>
              <a:defRPr>
                <a:solidFill>
                  <a:schemeClr val="dk1"/>
                </a:solidFill>
              </a:defRPr>
            </a:lvl3pPr>
            <a:lvl4pPr lvl="3" rtl="0">
              <a:lnSpc>
                <a:spcPct val="100000"/>
              </a:lnSpc>
              <a:spcBef>
                <a:spcPts val="1600"/>
              </a:spcBef>
              <a:spcAft>
                <a:spcPts val="0"/>
              </a:spcAft>
              <a:buClr>
                <a:schemeClr val="dk1"/>
              </a:buClr>
              <a:buSzPts val="1200"/>
              <a:buNone/>
              <a:defRPr>
                <a:solidFill>
                  <a:schemeClr val="dk1"/>
                </a:solidFill>
              </a:defRPr>
            </a:lvl4pPr>
            <a:lvl5pPr lvl="4" rtl="0">
              <a:lnSpc>
                <a:spcPct val="100000"/>
              </a:lnSpc>
              <a:spcBef>
                <a:spcPts val="1600"/>
              </a:spcBef>
              <a:spcAft>
                <a:spcPts val="0"/>
              </a:spcAft>
              <a:buClr>
                <a:schemeClr val="dk1"/>
              </a:buClr>
              <a:buSzPts val="1200"/>
              <a:buNone/>
              <a:defRPr>
                <a:solidFill>
                  <a:schemeClr val="dk1"/>
                </a:solidFill>
              </a:defRPr>
            </a:lvl5pPr>
            <a:lvl6pPr lvl="5" rtl="0">
              <a:lnSpc>
                <a:spcPct val="100000"/>
              </a:lnSpc>
              <a:spcBef>
                <a:spcPts val="1600"/>
              </a:spcBef>
              <a:spcAft>
                <a:spcPts val="0"/>
              </a:spcAft>
              <a:buClr>
                <a:schemeClr val="dk1"/>
              </a:buClr>
              <a:buSzPts val="1200"/>
              <a:buNone/>
              <a:defRPr>
                <a:solidFill>
                  <a:schemeClr val="dk1"/>
                </a:solidFill>
              </a:defRPr>
            </a:lvl6pPr>
            <a:lvl7pPr lvl="6" rtl="0">
              <a:lnSpc>
                <a:spcPct val="100000"/>
              </a:lnSpc>
              <a:spcBef>
                <a:spcPts val="1600"/>
              </a:spcBef>
              <a:spcAft>
                <a:spcPts val="0"/>
              </a:spcAft>
              <a:buClr>
                <a:schemeClr val="dk1"/>
              </a:buClr>
              <a:buSzPts val="1200"/>
              <a:buNone/>
              <a:defRPr>
                <a:solidFill>
                  <a:schemeClr val="dk1"/>
                </a:solidFill>
              </a:defRPr>
            </a:lvl7pPr>
            <a:lvl8pPr lvl="7" rtl="0">
              <a:lnSpc>
                <a:spcPct val="100000"/>
              </a:lnSpc>
              <a:spcBef>
                <a:spcPts val="1600"/>
              </a:spcBef>
              <a:spcAft>
                <a:spcPts val="0"/>
              </a:spcAft>
              <a:buClr>
                <a:schemeClr val="dk1"/>
              </a:buClr>
              <a:buSzPts val="1200"/>
              <a:buNone/>
              <a:defRPr>
                <a:solidFill>
                  <a:schemeClr val="dk1"/>
                </a:solidFill>
              </a:defRPr>
            </a:lvl8pPr>
            <a:lvl9pPr lvl="8"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80" name="Google Shape;380;p18"/>
          <p:cNvSpPr txBox="1">
            <a:spLocks noGrp="1"/>
          </p:cNvSpPr>
          <p:nvPr>
            <p:ph type="subTitle" idx="4"/>
          </p:nvPr>
        </p:nvSpPr>
        <p:spPr>
          <a:xfrm>
            <a:off x="4654676" y="3519025"/>
            <a:ext cx="36561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r" rtl="0">
              <a:lnSpc>
                <a:spcPct val="100000"/>
              </a:lnSpc>
              <a:spcBef>
                <a:spcPts val="0"/>
              </a:spcBef>
              <a:spcAft>
                <a:spcPts val="0"/>
              </a:spcAft>
              <a:buClr>
                <a:schemeClr val="dk1"/>
              </a:buClr>
              <a:buSzPts val="1200"/>
              <a:buNone/>
              <a:defRPr>
                <a:solidFill>
                  <a:schemeClr val="dk1"/>
                </a:solidFill>
              </a:defRPr>
            </a:lvl2pPr>
            <a:lvl3pPr lvl="2" algn="r" rtl="0">
              <a:lnSpc>
                <a:spcPct val="100000"/>
              </a:lnSpc>
              <a:spcBef>
                <a:spcPts val="1600"/>
              </a:spcBef>
              <a:spcAft>
                <a:spcPts val="0"/>
              </a:spcAft>
              <a:buClr>
                <a:schemeClr val="dk1"/>
              </a:buClr>
              <a:buSzPts val="1200"/>
              <a:buNone/>
              <a:defRPr>
                <a:solidFill>
                  <a:schemeClr val="dk1"/>
                </a:solidFill>
              </a:defRPr>
            </a:lvl3pPr>
            <a:lvl4pPr lvl="3" algn="r" rtl="0">
              <a:lnSpc>
                <a:spcPct val="100000"/>
              </a:lnSpc>
              <a:spcBef>
                <a:spcPts val="1600"/>
              </a:spcBef>
              <a:spcAft>
                <a:spcPts val="0"/>
              </a:spcAft>
              <a:buClr>
                <a:schemeClr val="dk1"/>
              </a:buClr>
              <a:buSzPts val="1200"/>
              <a:buNone/>
              <a:defRPr>
                <a:solidFill>
                  <a:schemeClr val="dk1"/>
                </a:solidFill>
              </a:defRPr>
            </a:lvl4pPr>
            <a:lvl5pPr lvl="4" algn="r" rtl="0">
              <a:lnSpc>
                <a:spcPct val="100000"/>
              </a:lnSpc>
              <a:spcBef>
                <a:spcPts val="1600"/>
              </a:spcBef>
              <a:spcAft>
                <a:spcPts val="0"/>
              </a:spcAft>
              <a:buClr>
                <a:schemeClr val="dk1"/>
              </a:buClr>
              <a:buSzPts val="1200"/>
              <a:buNone/>
              <a:defRPr>
                <a:solidFill>
                  <a:schemeClr val="dk1"/>
                </a:solidFill>
              </a:defRPr>
            </a:lvl5pPr>
            <a:lvl6pPr lvl="5" algn="r" rtl="0">
              <a:lnSpc>
                <a:spcPct val="100000"/>
              </a:lnSpc>
              <a:spcBef>
                <a:spcPts val="1600"/>
              </a:spcBef>
              <a:spcAft>
                <a:spcPts val="0"/>
              </a:spcAft>
              <a:buClr>
                <a:schemeClr val="dk1"/>
              </a:buClr>
              <a:buSzPts val="1200"/>
              <a:buNone/>
              <a:defRPr>
                <a:solidFill>
                  <a:schemeClr val="dk1"/>
                </a:solidFill>
              </a:defRPr>
            </a:lvl6pPr>
            <a:lvl7pPr lvl="6" algn="r" rtl="0">
              <a:lnSpc>
                <a:spcPct val="100000"/>
              </a:lnSpc>
              <a:spcBef>
                <a:spcPts val="1600"/>
              </a:spcBef>
              <a:spcAft>
                <a:spcPts val="0"/>
              </a:spcAft>
              <a:buClr>
                <a:schemeClr val="dk1"/>
              </a:buClr>
              <a:buSzPts val="1200"/>
              <a:buNone/>
              <a:defRPr>
                <a:solidFill>
                  <a:schemeClr val="dk1"/>
                </a:solidFill>
              </a:defRPr>
            </a:lvl7pPr>
            <a:lvl8pPr lvl="7" algn="r" rtl="0">
              <a:lnSpc>
                <a:spcPct val="100000"/>
              </a:lnSpc>
              <a:spcBef>
                <a:spcPts val="1600"/>
              </a:spcBef>
              <a:spcAft>
                <a:spcPts val="0"/>
              </a:spcAft>
              <a:buClr>
                <a:schemeClr val="dk1"/>
              </a:buClr>
              <a:buSzPts val="1200"/>
              <a:buNone/>
              <a:defRPr>
                <a:solidFill>
                  <a:schemeClr val="dk1"/>
                </a:solidFill>
              </a:defRPr>
            </a:lvl8pPr>
            <a:lvl9pPr lvl="8" algn="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81" name="Google Shape;381;p18"/>
          <p:cNvSpPr txBox="1">
            <a:spLocks noGrp="1"/>
          </p:cNvSpPr>
          <p:nvPr>
            <p:ph type="subTitle" idx="5"/>
          </p:nvPr>
        </p:nvSpPr>
        <p:spPr>
          <a:xfrm>
            <a:off x="833250" y="1126225"/>
            <a:ext cx="3656100" cy="7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82" name="Google Shape;382;p18"/>
          <p:cNvSpPr txBox="1">
            <a:spLocks noGrp="1"/>
          </p:cNvSpPr>
          <p:nvPr>
            <p:ph type="subTitle" idx="6"/>
          </p:nvPr>
        </p:nvSpPr>
        <p:spPr>
          <a:xfrm>
            <a:off x="4654676" y="1126225"/>
            <a:ext cx="3656100" cy="7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83" name="Google Shape;383;p18"/>
          <p:cNvSpPr txBox="1">
            <a:spLocks noGrp="1"/>
          </p:cNvSpPr>
          <p:nvPr>
            <p:ph type="subTitle" idx="7"/>
          </p:nvPr>
        </p:nvSpPr>
        <p:spPr>
          <a:xfrm>
            <a:off x="833250" y="2864526"/>
            <a:ext cx="3656100" cy="7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84" name="Google Shape;384;p18"/>
          <p:cNvSpPr txBox="1">
            <a:spLocks noGrp="1"/>
          </p:cNvSpPr>
          <p:nvPr>
            <p:ph type="subTitle" idx="8"/>
          </p:nvPr>
        </p:nvSpPr>
        <p:spPr>
          <a:xfrm>
            <a:off x="4654676" y="2864526"/>
            <a:ext cx="3656100" cy="7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385" name="Google Shape;385;p18"/>
          <p:cNvGrpSpPr/>
          <p:nvPr/>
        </p:nvGrpSpPr>
        <p:grpSpPr>
          <a:xfrm flipH="1">
            <a:off x="-195197" y="-179973"/>
            <a:ext cx="1023926" cy="1024447"/>
            <a:chOff x="5690549" y="1784557"/>
            <a:chExt cx="570782" cy="571072"/>
          </a:xfrm>
        </p:grpSpPr>
        <p:sp>
          <p:nvSpPr>
            <p:cNvPr id="386" name="Google Shape;386;p18"/>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8"/>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8"/>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389"/>
        <p:cNvGrpSpPr/>
        <p:nvPr/>
      </p:nvGrpSpPr>
      <p:grpSpPr>
        <a:xfrm>
          <a:off x="0" y="0"/>
          <a:ext cx="0" cy="0"/>
          <a:chOff x="0" y="0"/>
          <a:chExt cx="0" cy="0"/>
        </a:xfrm>
      </p:grpSpPr>
      <p:sp>
        <p:nvSpPr>
          <p:cNvPr id="390" name="Google Shape;390;p19"/>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1" name="Google Shape;391;p19"/>
          <p:cNvSpPr txBox="1">
            <a:spLocks noGrp="1"/>
          </p:cNvSpPr>
          <p:nvPr>
            <p:ph type="subTitle" idx="1"/>
          </p:nvPr>
        </p:nvSpPr>
        <p:spPr>
          <a:xfrm>
            <a:off x="712925" y="1780825"/>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2" name="Google Shape;392;p19"/>
          <p:cNvSpPr txBox="1">
            <a:spLocks noGrp="1"/>
          </p:cNvSpPr>
          <p:nvPr>
            <p:ph type="subTitle" idx="2"/>
          </p:nvPr>
        </p:nvSpPr>
        <p:spPr>
          <a:xfrm>
            <a:off x="3373496" y="1780825"/>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3" name="Google Shape;393;p19"/>
          <p:cNvSpPr txBox="1">
            <a:spLocks noGrp="1"/>
          </p:cNvSpPr>
          <p:nvPr>
            <p:ph type="subTitle" idx="3"/>
          </p:nvPr>
        </p:nvSpPr>
        <p:spPr>
          <a:xfrm>
            <a:off x="712925" y="3519025"/>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4" name="Google Shape;394;p19"/>
          <p:cNvSpPr txBox="1">
            <a:spLocks noGrp="1"/>
          </p:cNvSpPr>
          <p:nvPr>
            <p:ph type="subTitle" idx="4"/>
          </p:nvPr>
        </p:nvSpPr>
        <p:spPr>
          <a:xfrm>
            <a:off x="3373537" y="3519025"/>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5" name="Google Shape;395;p19"/>
          <p:cNvSpPr txBox="1">
            <a:spLocks noGrp="1"/>
          </p:cNvSpPr>
          <p:nvPr>
            <p:ph type="subTitle" idx="5"/>
          </p:nvPr>
        </p:nvSpPr>
        <p:spPr>
          <a:xfrm>
            <a:off x="6034028" y="1780825"/>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6" name="Google Shape;396;p19"/>
          <p:cNvSpPr txBox="1">
            <a:spLocks noGrp="1"/>
          </p:cNvSpPr>
          <p:nvPr>
            <p:ph type="subTitle" idx="6"/>
          </p:nvPr>
        </p:nvSpPr>
        <p:spPr>
          <a:xfrm>
            <a:off x="6034148" y="3519025"/>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7" name="Google Shape;397;p19"/>
          <p:cNvSpPr txBox="1">
            <a:spLocks noGrp="1"/>
          </p:cNvSpPr>
          <p:nvPr>
            <p:ph type="subTitle" idx="7"/>
          </p:nvPr>
        </p:nvSpPr>
        <p:spPr>
          <a:xfrm>
            <a:off x="3373465" y="1462225"/>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8" name="Google Shape;398;p19"/>
          <p:cNvSpPr txBox="1">
            <a:spLocks noGrp="1"/>
          </p:cNvSpPr>
          <p:nvPr>
            <p:ph type="subTitle" idx="8"/>
          </p:nvPr>
        </p:nvSpPr>
        <p:spPr>
          <a:xfrm>
            <a:off x="3373465" y="3200425"/>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9" name="Google Shape;399;p19"/>
          <p:cNvSpPr txBox="1">
            <a:spLocks noGrp="1"/>
          </p:cNvSpPr>
          <p:nvPr>
            <p:ph type="subTitle" idx="9"/>
          </p:nvPr>
        </p:nvSpPr>
        <p:spPr>
          <a:xfrm>
            <a:off x="6034198" y="1462225"/>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0" name="Google Shape;400;p19"/>
          <p:cNvSpPr txBox="1">
            <a:spLocks noGrp="1"/>
          </p:cNvSpPr>
          <p:nvPr>
            <p:ph type="subTitle" idx="13"/>
          </p:nvPr>
        </p:nvSpPr>
        <p:spPr>
          <a:xfrm>
            <a:off x="6034198" y="3200425"/>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1" name="Google Shape;401;p19"/>
          <p:cNvSpPr txBox="1">
            <a:spLocks noGrp="1"/>
          </p:cNvSpPr>
          <p:nvPr>
            <p:ph type="subTitle" idx="14"/>
          </p:nvPr>
        </p:nvSpPr>
        <p:spPr>
          <a:xfrm>
            <a:off x="712925" y="1462225"/>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2" name="Google Shape;402;p19"/>
          <p:cNvSpPr txBox="1">
            <a:spLocks noGrp="1"/>
          </p:cNvSpPr>
          <p:nvPr>
            <p:ph type="subTitle" idx="15"/>
          </p:nvPr>
        </p:nvSpPr>
        <p:spPr>
          <a:xfrm>
            <a:off x="712925" y="3200425"/>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403" name="Google Shape;403;p19"/>
          <p:cNvGrpSpPr/>
          <p:nvPr/>
        </p:nvGrpSpPr>
        <p:grpSpPr>
          <a:xfrm flipH="1">
            <a:off x="8118366" y="-548038"/>
            <a:ext cx="1398033" cy="1787504"/>
            <a:chOff x="8432985" y="1472763"/>
            <a:chExt cx="1398033" cy="1787504"/>
          </a:xfrm>
        </p:grpSpPr>
        <p:sp>
          <p:nvSpPr>
            <p:cNvPr id="404" name="Google Shape;404;p19"/>
            <p:cNvSpPr/>
            <p:nvPr/>
          </p:nvSpPr>
          <p:spPr>
            <a:xfrm rot="10800000">
              <a:off x="8743694" y="14727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rot="10800000">
              <a:off x="8432985" y="252858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406;p19"/>
          <p:cNvGrpSpPr/>
          <p:nvPr/>
        </p:nvGrpSpPr>
        <p:grpSpPr>
          <a:xfrm flipH="1">
            <a:off x="-3646219" y="-64831"/>
            <a:ext cx="9375082" cy="5538261"/>
            <a:chOff x="3379311" y="-64831"/>
            <a:chExt cx="9375082" cy="5538261"/>
          </a:xfrm>
        </p:grpSpPr>
        <p:grpSp>
          <p:nvGrpSpPr>
            <p:cNvPr id="407" name="Google Shape;407;p19"/>
            <p:cNvGrpSpPr/>
            <p:nvPr/>
          </p:nvGrpSpPr>
          <p:grpSpPr>
            <a:xfrm flipH="1">
              <a:off x="7654812" y="-64831"/>
              <a:ext cx="1394075" cy="535357"/>
              <a:chOff x="7247818" y="1391030"/>
              <a:chExt cx="1023926" cy="392692"/>
            </a:xfrm>
          </p:grpSpPr>
          <p:sp>
            <p:nvSpPr>
              <p:cNvPr id="408" name="Google Shape;408;p19"/>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19"/>
            <p:cNvGrpSpPr/>
            <p:nvPr/>
          </p:nvGrpSpPr>
          <p:grpSpPr>
            <a:xfrm>
              <a:off x="3379311" y="4374187"/>
              <a:ext cx="9375082" cy="1099243"/>
              <a:chOff x="3379311" y="4309346"/>
              <a:chExt cx="9375082" cy="1099243"/>
            </a:xfrm>
          </p:grpSpPr>
          <p:grpSp>
            <p:nvGrpSpPr>
              <p:cNvPr id="416" name="Google Shape;416;p19"/>
              <p:cNvGrpSpPr/>
              <p:nvPr/>
            </p:nvGrpSpPr>
            <p:grpSpPr>
              <a:xfrm>
                <a:off x="3424790" y="4309346"/>
                <a:ext cx="9329602" cy="1099243"/>
                <a:chOff x="1859848" y="4008665"/>
                <a:chExt cx="3610527" cy="425404"/>
              </a:xfrm>
            </p:grpSpPr>
            <p:sp>
              <p:nvSpPr>
                <p:cNvPr id="417" name="Google Shape;417;p1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1" name="Google Shape;421;p19"/>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25"/>
        <p:cNvGrpSpPr/>
        <p:nvPr/>
      </p:nvGrpSpPr>
      <p:grpSpPr>
        <a:xfrm>
          <a:off x="0" y="0"/>
          <a:ext cx="0" cy="0"/>
          <a:chOff x="0" y="0"/>
          <a:chExt cx="0" cy="0"/>
        </a:xfrm>
      </p:grpSpPr>
      <p:sp>
        <p:nvSpPr>
          <p:cNvPr id="426" name="Google Shape;426;p20"/>
          <p:cNvSpPr txBox="1">
            <a:spLocks noGrp="1"/>
          </p:cNvSpPr>
          <p:nvPr>
            <p:ph type="title" hasCustomPrompt="1"/>
          </p:nvPr>
        </p:nvSpPr>
        <p:spPr>
          <a:xfrm>
            <a:off x="713100" y="1449589"/>
            <a:ext cx="3555600" cy="73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27" name="Google Shape;427;p20"/>
          <p:cNvSpPr txBox="1">
            <a:spLocks noGrp="1"/>
          </p:cNvSpPr>
          <p:nvPr>
            <p:ph type="subTitle" idx="1"/>
          </p:nvPr>
        </p:nvSpPr>
        <p:spPr>
          <a:xfrm>
            <a:off x="713100" y="2109851"/>
            <a:ext cx="3555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PT Sans"/>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Font typeface="PT Sans"/>
              <a:buNone/>
              <a:defRPr sz="1400">
                <a:latin typeface="PT Sans"/>
                <a:ea typeface="PT Sans"/>
                <a:cs typeface="PT Sans"/>
                <a:sym typeface="PT Sans"/>
              </a:defRPr>
            </a:lvl4pPr>
            <a:lvl5pPr lvl="4" algn="ctr" rtl="0">
              <a:lnSpc>
                <a:spcPct val="100000"/>
              </a:lnSpc>
              <a:spcBef>
                <a:spcPts val="0"/>
              </a:spcBef>
              <a:spcAft>
                <a:spcPts val="0"/>
              </a:spcAft>
              <a:buSzPts val="1400"/>
              <a:buFont typeface="PT Sans"/>
              <a:buNone/>
              <a:defRPr sz="1400">
                <a:latin typeface="PT Sans"/>
                <a:ea typeface="PT Sans"/>
                <a:cs typeface="PT Sans"/>
                <a:sym typeface="PT Sans"/>
              </a:defRPr>
            </a:lvl5pPr>
            <a:lvl6pPr lvl="5" algn="ctr" rtl="0">
              <a:lnSpc>
                <a:spcPct val="100000"/>
              </a:lnSpc>
              <a:spcBef>
                <a:spcPts val="0"/>
              </a:spcBef>
              <a:spcAft>
                <a:spcPts val="0"/>
              </a:spcAft>
              <a:buSzPts val="1400"/>
              <a:buFont typeface="PT Sans"/>
              <a:buNone/>
              <a:defRPr sz="1400">
                <a:latin typeface="PT Sans"/>
                <a:ea typeface="PT Sans"/>
                <a:cs typeface="PT Sans"/>
                <a:sym typeface="PT Sans"/>
              </a:defRPr>
            </a:lvl6pPr>
            <a:lvl7pPr lvl="6" algn="ctr" rtl="0">
              <a:lnSpc>
                <a:spcPct val="100000"/>
              </a:lnSpc>
              <a:spcBef>
                <a:spcPts val="0"/>
              </a:spcBef>
              <a:spcAft>
                <a:spcPts val="0"/>
              </a:spcAft>
              <a:buSzPts val="1400"/>
              <a:buFont typeface="PT Sans"/>
              <a:buNone/>
              <a:defRPr sz="1400">
                <a:latin typeface="PT Sans"/>
                <a:ea typeface="PT Sans"/>
                <a:cs typeface="PT Sans"/>
                <a:sym typeface="PT Sans"/>
              </a:defRPr>
            </a:lvl7pPr>
            <a:lvl8pPr lvl="7" algn="ctr" rtl="0">
              <a:lnSpc>
                <a:spcPct val="100000"/>
              </a:lnSpc>
              <a:spcBef>
                <a:spcPts val="0"/>
              </a:spcBef>
              <a:spcAft>
                <a:spcPts val="0"/>
              </a:spcAft>
              <a:buSzPts val="1400"/>
              <a:buFont typeface="PT Sans"/>
              <a:buNone/>
              <a:defRPr sz="1400">
                <a:latin typeface="PT Sans"/>
                <a:ea typeface="PT Sans"/>
                <a:cs typeface="PT Sans"/>
                <a:sym typeface="PT Sans"/>
              </a:defRPr>
            </a:lvl8pPr>
            <a:lvl9pPr lvl="8" algn="ctr" rtl="0">
              <a:lnSpc>
                <a:spcPct val="100000"/>
              </a:lnSpc>
              <a:spcBef>
                <a:spcPts val="0"/>
              </a:spcBef>
              <a:spcAft>
                <a:spcPts val="0"/>
              </a:spcAft>
              <a:buSzPts val="1400"/>
              <a:buFont typeface="PT Sans"/>
              <a:buNone/>
              <a:defRPr sz="1400">
                <a:latin typeface="PT Sans"/>
                <a:ea typeface="PT Sans"/>
                <a:cs typeface="PT Sans"/>
                <a:sym typeface="PT Sans"/>
              </a:defRPr>
            </a:lvl9pPr>
          </a:lstStyle>
          <a:p>
            <a:endParaRPr/>
          </a:p>
        </p:txBody>
      </p:sp>
      <p:sp>
        <p:nvSpPr>
          <p:cNvPr id="428" name="Google Shape;428;p20"/>
          <p:cNvSpPr txBox="1">
            <a:spLocks noGrp="1"/>
          </p:cNvSpPr>
          <p:nvPr>
            <p:ph type="title" idx="2" hasCustomPrompt="1"/>
          </p:nvPr>
        </p:nvSpPr>
        <p:spPr>
          <a:xfrm>
            <a:off x="4875300" y="1449575"/>
            <a:ext cx="3555600" cy="73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29" name="Google Shape;429;p20"/>
          <p:cNvSpPr txBox="1">
            <a:spLocks noGrp="1"/>
          </p:cNvSpPr>
          <p:nvPr>
            <p:ph type="subTitle" idx="3"/>
          </p:nvPr>
        </p:nvSpPr>
        <p:spPr>
          <a:xfrm>
            <a:off x="4875300" y="2109850"/>
            <a:ext cx="3555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PT Sans"/>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Font typeface="PT Sans"/>
              <a:buNone/>
              <a:defRPr sz="1400">
                <a:latin typeface="PT Sans"/>
                <a:ea typeface="PT Sans"/>
                <a:cs typeface="PT Sans"/>
                <a:sym typeface="PT Sans"/>
              </a:defRPr>
            </a:lvl4pPr>
            <a:lvl5pPr lvl="4" algn="ctr" rtl="0">
              <a:lnSpc>
                <a:spcPct val="100000"/>
              </a:lnSpc>
              <a:spcBef>
                <a:spcPts val="0"/>
              </a:spcBef>
              <a:spcAft>
                <a:spcPts val="0"/>
              </a:spcAft>
              <a:buSzPts val="1400"/>
              <a:buFont typeface="PT Sans"/>
              <a:buNone/>
              <a:defRPr sz="1400">
                <a:latin typeface="PT Sans"/>
                <a:ea typeface="PT Sans"/>
                <a:cs typeface="PT Sans"/>
                <a:sym typeface="PT Sans"/>
              </a:defRPr>
            </a:lvl5pPr>
            <a:lvl6pPr lvl="5" algn="ctr" rtl="0">
              <a:lnSpc>
                <a:spcPct val="100000"/>
              </a:lnSpc>
              <a:spcBef>
                <a:spcPts val="0"/>
              </a:spcBef>
              <a:spcAft>
                <a:spcPts val="0"/>
              </a:spcAft>
              <a:buSzPts val="1400"/>
              <a:buFont typeface="PT Sans"/>
              <a:buNone/>
              <a:defRPr sz="1400">
                <a:latin typeface="PT Sans"/>
                <a:ea typeface="PT Sans"/>
                <a:cs typeface="PT Sans"/>
                <a:sym typeface="PT Sans"/>
              </a:defRPr>
            </a:lvl6pPr>
            <a:lvl7pPr lvl="6" algn="ctr" rtl="0">
              <a:lnSpc>
                <a:spcPct val="100000"/>
              </a:lnSpc>
              <a:spcBef>
                <a:spcPts val="0"/>
              </a:spcBef>
              <a:spcAft>
                <a:spcPts val="0"/>
              </a:spcAft>
              <a:buSzPts val="1400"/>
              <a:buFont typeface="PT Sans"/>
              <a:buNone/>
              <a:defRPr sz="1400">
                <a:latin typeface="PT Sans"/>
                <a:ea typeface="PT Sans"/>
                <a:cs typeface="PT Sans"/>
                <a:sym typeface="PT Sans"/>
              </a:defRPr>
            </a:lvl7pPr>
            <a:lvl8pPr lvl="7" algn="ctr" rtl="0">
              <a:lnSpc>
                <a:spcPct val="100000"/>
              </a:lnSpc>
              <a:spcBef>
                <a:spcPts val="0"/>
              </a:spcBef>
              <a:spcAft>
                <a:spcPts val="0"/>
              </a:spcAft>
              <a:buSzPts val="1400"/>
              <a:buFont typeface="PT Sans"/>
              <a:buNone/>
              <a:defRPr sz="1400">
                <a:latin typeface="PT Sans"/>
                <a:ea typeface="PT Sans"/>
                <a:cs typeface="PT Sans"/>
                <a:sym typeface="PT Sans"/>
              </a:defRPr>
            </a:lvl8pPr>
            <a:lvl9pPr lvl="8" algn="ctr" rtl="0">
              <a:lnSpc>
                <a:spcPct val="100000"/>
              </a:lnSpc>
              <a:spcBef>
                <a:spcPts val="0"/>
              </a:spcBef>
              <a:spcAft>
                <a:spcPts val="0"/>
              </a:spcAft>
              <a:buSzPts val="1400"/>
              <a:buFont typeface="PT Sans"/>
              <a:buNone/>
              <a:defRPr sz="1400">
                <a:latin typeface="PT Sans"/>
                <a:ea typeface="PT Sans"/>
                <a:cs typeface="PT Sans"/>
                <a:sym typeface="PT Sans"/>
              </a:defRPr>
            </a:lvl9pPr>
          </a:lstStyle>
          <a:p>
            <a:endParaRPr/>
          </a:p>
        </p:txBody>
      </p:sp>
      <p:sp>
        <p:nvSpPr>
          <p:cNvPr id="430" name="Google Shape;430;p20"/>
          <p:cNvSpPr txBox="1">
            <a:spLocks noGrp="1"/>
          </p:cNvSpPr>
          <p:nvPr>
            <p:ph type="title" idx="4" hasCustomPrompt="1"/>
          </p:nvPr>
        </p:nvSpPr>
        <p:spPr>
          <a:xfrm>
            <a:off x="4875300" y="3073504"/>
            <a:ext cx="3555600" cy="73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31" name="Google Shape;431;p20"/>
          <p:cNvSpPr txBox="1">
            <a:spLocks noGrp="1"/>
          </p:cNvSpPr>
          <p:nvPr>
            <p:ph type="subTitle" idx="5"/>
          </p:nvPr>
        </p:nvSpPr>
        <p:spPr>
          <a:xfrm>
            <a:off x="4875300" y="3738500"/>
            <a:ext cx="3555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PT Sans"/>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Font typeface="PT Sans"/>
              <a:buNone/>
              <a:defRPr sz="1400">
                <a:latin typeface="PT Sans"/>
                <a:ea typeface="PT Sans"/>
                <a:cs typeface="PT Sans"/>
                <a:sym typeface="PT Sans"/>
              </a:defRPr>
            </a:lvl4pPr>
            <a:lvl5pPr lvl="4" algn="ctr" rtl="0">
              <a:lnSpc>
                <a:spcPct val="100000"/>
              </a:lnSpc>
              <a:spcBef>
                <a:spcPts val="0"/>
              </a:spcBef>
              <a:spcAft>
                <a:spcPts val="0"/>
              </a:spcAft>
              <a:buSzPts val="1400"/>
              <a:buFont typeface="PT Sans"/>
              <a:buNone/>
              <a:defRPr sz="1400">
                <a:latin typeface="PT Sans"/>
                <a:ea typeface="PT Sans"/>
                <a:cs typeface="PT Sans"/>
                <a:sym typeface="PT Sans"/>
              </a:defRPr>
            </a:lvl5pPr>
            <a:lvl6pPr lvl="5" algn="ctr" rtl="0">
              <a:lnSpc>
                <a:spcPct val="100000"/>
              </a:lnSpc>
              <a:spcBef>
                <a:spcPts val="0"/>
              </a:spcBef>
              <a:spcAft>
                <a:spcPts val="0"/>
              </a:spcAft>
              <a:buSzPts val="1400"/>
              <a:buFont typeface="PT Sans"/>
              <a:buNone/>
              <a:defRPr sz="1400">
                <a:latin typeface="PT Sans"/>
                <a:ea typeface="PT Sans"/>
                <a:cs typeface="PT Sans"/>
                <a:sym typeface="PT Sans"/>
              </a:defRPr>
            </a:lvl6pPr>
            <a:lvl7pPr lvl="6" algn="ctr" rtl="0">
              <a:lnSpc>
                <a:spcPct val="100000"/>
              </a:lnSpc>
              <a:spcBef>
                <a:spcPts val="0"/>
              </a:spcBef>
              <a:spcAft>
                <a:spcPts val="0"/>
              </a:spcAft>
              <a:buSzPts val="1400"/>
              <a:buFont typeface="PT Sans"/>
              <a:buNone/>
              <a:defRPr sz="1400">
                <a:latin typeface="PT Sans"/>
                <a:ea typeface="PT Sans"/>
                <a:cs typeface="PT Sans"/>
                <a:sym typeface="PT Sans"/>
              </a:defRPr>
            </a:lvl7pPr>
            <a:lvl8pPr lvl="7" algn="ctr" rtl="0">
              <a:lnSpc>
                <a:spcPct val="100000"/>
              </a:lnSpc>
              <a:spcBef>
                <a:spcPts val="0"/>
              </a:spcBef>
              <a:spcAft>
                <a:spcPts val="0"/>
              </a:spcAft>
              <a:buSzPts val="1400"/>
              <a:buFont typeface="PT Sans"/>
              <a:buNone/>
              <a:defRPr sz="1400">
                <a:latin typeface="PT Sans"/>
                <a:ea typeface="PT Sans"/>
                <a:cs typeface="PT Sans"/>
                <a:sym typeface="PT Sans"/>
              </a:defRPr>
            </a:lvl8pPr>
            <a:lvl9pPr lvl="8" algn="ctr" rtl="0">
              <a:lnSpc>
                <a:spcPct val="100000"/>
              </a:lnSpc>
              <a:spcBef>
                <a:spcPts val="0"/>
              </a:spcBef>
              <a:spcAft>
                <a:spcPts val="0"/>
              </a:spcAft>
              <a:buSzPts val="1400"/>
              <a:buFont typeface="PT Sans"/>
              <a:buNone/>
              <a:defRPr sz="1400">
                <a:latin typeface="PT Sans"/>
                <a:ea typeface="PT Sans"/>
                <a:cs typeface="PT Sans"/>
                <a:sym typeface="PT Sans"/>
              </a:defRPr>
            </a:lvl9pPr>
          </a:lstStyle>
          <a:p>
            <a:endParaRPr/>
          </a:p>
        </p:txBody>
      </p:sp>
      <p:grpSp>
        <p:nvGrpSpPr>
          <p:cNvPr id="432" name="Google Shape;432;p20"/>
          <p:cNvGrpSpPr/>
          <p:nvPr/>
        </p:nvGrpSpPr>
        <p:grpSpPr>
          <a:xfrm flipH="1">
            <a:off x="2367449" y="4527910"/>
            <a:ext cx="1394075" cy="535357"/>
            <a:chOff x="7247818" y="1391030"/>
            <a:chExt cx="1023926" cy="392692"/>
          </a:xfrm>
        </p:grpSpPr>
        <p:sp>
          <p:nvSpPr>
            <p:cNvPr id="433" name="Google Shape;433;p20"/>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0"/>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0"/>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0"/>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0"/>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0"/>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0"/>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0"/>
          <p:cNvGrpSpPr/>
          <p:nvPr/>
        </p:nvGrpSpPr>
        <p:grpSpPr>
          <a:xfrm>
            <a:off x="8082864" y="4096312"/>
            <a:ext cx="966961" cy="967454"/>
            <a:chOff x="5690549" y="1784557"/>
            <a:chExt cx="570782" cy="571072"/>
          </a:xfrm>
        </p:grpSpPr>
        <p:sp>
          <p:nvSpPr>
            <p:cNvPr id="441" name="Google Shape;441;p20"/>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0"/>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0"/>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444"/>
        <p:cNvGrpSpPr/>
        <p:nvPr/>
      </p:nvGrpSpPr>
      <p:grpSpPr>
        <a:xfrm>
          <a:off x="0" y="0"/>
          <a:ext cx="0" cy="0"/>
          <a:chOff x="0" y="0"/>
          <a:chExt cx="0" cy="0"/>
        </a:xfrm>
      </p:grpSpPr>
      <p:sp>
        <p:nvSpPr>
          <p:cNvPr id="445" name="Google Shape;445;p21"/>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446" name="Google Shape;446;p21"/>
          <p:cNvGrpSpPr/>
          <p:nvPr/>
        </p:nvGrpSpPr>
        <p:grpSpPr>
          <a:xfrm>
            <a:off x="-247337" y="-247145"/>
            <a:ext cx="9237498" cy="9329602"/>
            <a:chOff x="-247337" y="-247145"/>
            <a:chExt cx="9237498" cy="9329602"/>
          </a:xfrm>
        </p:grpSpPr>
        <p:grpSp>
          <p:nvGrpSpPr>
            <p:cNvPr id="447" name="Google Shape;447;p21"/>
            <p:cNvGrpSpPr/>
            <p:nvPr/>
          </p:nvGrpSpPr>
          <p:grpSpPr>
            <a:xfrm rot="-5400000" flipH="1">
              <a:off x="-4307051" y="3812569"/>
              <a:ext cx="9329602" cy="1210174"/>
              <a:chOff x="1859848" y="4008665"/>
              <a:chExt cx="3610527" cy="468334"/>
            </a:xfrm>
          </p:grpSpPr>
          <p:sp>
            <p:nvSpPr>
              <p:cNvPr id="448" name="Google Shape;448;p21"/>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1"/>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1"/>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1"/>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21"/>
            <p:cNvGrpSpPr/>
            <p:nvPr/>
          </p:nvGrpSpPr>
          <p:grpSpPr>
            <a:xfrm rot="-5400000">
              <a:off x="7749421" y="4159766"/>
              <a:ext cx="1946102" cy="535377"/>
              <a:chOff x="4494663" y="3046829"/>
              <a:chExt cx="789302" cy="217139"/>
            </a:xfrm>
          </p:grpSpPr>
          <p:sp>
            <p:nvSpPr>
              <p:cNvPr id="454" name="Google Shape;454;p21"/>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1"/>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1"/>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1"/>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1"/>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1"/>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1"/>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1"/>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2" name="Google Shape;462;p21"/>
          <p:cNvGrpSpPr/>
          <p:nvPr/>
        </p:nvGrpSpPr>
        <p:grpSpPr>
          <a:xfrm flipH="1">
            <a:off x="-195197" y="-179973"/>
            <a:ext cx="1023926" cy="1024447"/>
            <a:chOff x="5690549" y="1784557"/>
            <a:chExt cx="570782" cy="571072"/>
          </a:xfrm>
        </p:grpSpPr>
        <p:sp>
          <p:nvSpPr>
            <p:cNvPr id="463" name="Google Shape;463;p21"/>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1"/>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1"/>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CUSTOM_12_1">
    <p:spTree>
      <p:nvGrpSpPr>
        <p:cNvPr id="1" name="Shape 466"/>
        <p:cNvGrpSpPr/>
        <p:nvPr/>
      </p:nvGrpSpPr>
      <p:grpSpPr>
        <a:xfrm>
          <a:off x="0" y="0"/>
          <a:ext cx="0" cy="0"/>
          <a:chOff x="0" y="0"/>
          <a:chExt cx="0" cy="0"/>
        </a:xfrm>
      </p:grpSpPr>
      <p:sp>
        <p:nvSpPr>
          <p:cNvPr id="467" name="Google Shape;467;p22"/>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468" name="Google Shape;468;p22"/>
          <p:cNvGrpSpPr/>
          <p:nvPr/>
        </p:nvGrpSpPr>
        <p:grpSpPr>
          <a:xfrm flipH="1">
            <a:off x="8096087" y="4018213"/>
            <a:ext cx="1587003" cy="1087440"/>
            <a:chOff x="-416690" y="4105137"/>
            <a:chExt cx="1587003" cy="1087440"/>
          </a:xfrm>
        </p:grpSpPr>
        <p:sp>
          <p:nvSpPr>
            <p:cNvPr id="469" name="Google Shape;469;p22"/>
            <p:cNvSpPr/>
            <p:nvPr/>
          </p:nvSpPr>
          <p:spPr>
            <a:xfrm>
              <a:off x="-416690" y="410513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2"/>
            <p:cNvSpPr/>
            <p:nvPr/>
          </p:nvSpPr>
          <p:spPr>
            <a:xfrm>
              <a:off x="670617" y="46927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22"/>
          <p:cNvGrpSpPr/>
          <p:nvPr/>
        </p:nvGrpSpPr>
        <p:grpSpPr>
          <a:xfrm>
            <a:off x="-124942" y="-243314"/>
            <a:ext cx="11879909" cy="5458981"/>
            <a:chOff x="-124942" y="-243314"/>
            <a:chExt cx="11879909" cy="5458981"/>
          </a:xfrm>
        </p:grpSpPr>
        <p:grpSp>
          <p:nvGrpSpPr>
            <p:cNvPr id="472" name="Google Shape;472;p22"/>
            <p:cNvGrpSpPr/>
            <p:nvPr/>
          </p:nvGrpSpPr>
          <p:grpSpPr>
            <a:xfrm>
              <a:off x="2379886" y="-243314"/>
              <a:ext cx="9375082" cy="1099243"/>
              <a:chOff x="3379311" y="4309346"/>
              <a:chExt cx="9375082" cy="1099243"/>
            </a:xfrm>
          </p:grpSpPr>
          <p:grpSp>
            <p:nvGrpSpPr>
              <p:cNvPr id="473" name="Google Shape;473;p22"/>
              <p:cNvGrpSpPr/>
              <p:nvPr/>
            </p:nvGrpSpPr>
            <p:grpSpPr>
              <a:xfrm>
                <a:off x="3424790" y="4309346"/>
                <a:ext cx="9329602" cy="1099243"/>
                <a:chOff x="1859848" y="4008665"/>
                <a:chExt cx="3610527" cy="425404"/>
              </a:xfrm>
            </p:grpSpPr>
            <p:sp>
              <p:nvSpPr>
                <p:cNvPr id="474" name="Google Shape;474;p22"/>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2"/>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2"/>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2"/>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8" name="Google Shape;478;p22"/>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2"/>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2"/>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2"/>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 name="Google Shape;482;p22"/>
            <p:cNvGrpSpPr/>
            <p:nvPr/>
          </p:nvGrpSpPr>
          <p:grpSpPr>
            <a:xfrm flipH="1">
              <a:off x="-124942" y="4680310"/>
              <a:ext cx="1394075" cy="535357"/>
              <a:chOff x="7247818" y="1391030"/>
              <a:chExt cx="1023926" cy="392692"/>
            </a:xfrm>
          </p:grpSpPr>
          <p:sp>
            <p:nvSpPr>
              <p:cNvPr id="483" name="Google Shape;483;p22"/>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2"/>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2"/>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2"/>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2"/>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2"/>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2"/>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12"/>
        <p:cNvGrpSpPr/>
        <p:nvPr/>
      </p:nvGrpSpPr>
      <p:grpSpPr>
        <a:xfrm>
          <a:off x="0" y="0"/>
          <a:ext cx="0" cy="0"/>
          <a:chOff x="0" y="0"/>
          <a:chExt cx="0" cy="0"/>
        </a:xfrm>
      </p:grpSpPr>
      <p:grpSp>
        <p:nvGrpSpPr>
          <p:cNvPr id="513" name="Google Shape;513;p24"/>
          <p:cNvGrpSpPr/>
          <p:nvPr/>
        </p:nvGrpSpPr>
        <p:grpSpPr>
          <a:xfrm rot="5400000">
            <a:off x="3796473" y="3812569"/>
            <a:ext cx="9329602" cy="1210174"/>
            <a:chOff x="1859848" y="4008665"/>
            <a:chExt cx="3610527" cy="468334"/>
          </a:xfrm>
        </p:grpSpPr>
        <p:sp>
          <p:nvSpPr>
            <p:cNvPr id="514" name="Google Shape;514;p24"/>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4"/>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4"/>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4"/>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4"/>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24"/>
          <p:cNvGrpSpPr/>
          <p:nvPr/>
        </p:nvGrpSpPr>
        <p:grpSpPr>
          <a:xfrm>
            <a:off x="7995975" y="-151575"/>
            <a:ext cx="1023926" cy="1024447"/>
            <a:chOff x="5690549" y="1784557"/>
            <a:chExt cx="570782" cy="571072"/>
          </a:xfrm>
        </p:grpSpPr>
        <p:sp>
          <p:nvSpPr>
            <p:cNvPr id="520" name="Google Shape;520;p24"/>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4"/>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4"/>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23"/>
        <p:cNvGrpSpPr/>
        <p:nvPr/>
      </p:nvGrpSpPr>
      <p:grpSpPr>
        <a:xfrm>
          <a:off x="0" y="0"/>
          <a:ext cx="0" cy="0"/>
          <a:chOff x="0" y="0"/>
          <a:chExt cx="0" cy="0"/>
        </a:xfrm>
      </p:grpSpPr>
      <p:grpSp>
        <p:nvGrpSpPr>
          <p:cNvPr id="524" name="Google Shape;524;p25"/>
          <p:cNvGrpSpPr/>
          <p:nvPr/>
        </p:nvGrpSpPr>
        <p:grpSpPr>
          <a:xfrm>
            <a:off x="-366565" y="-516412"/>
            <a:ext cx="1478383" cy="1767454"/>
            <a:chOff x="8300960" y="1642063"/>
            <a:chExt cx="1478383" cy="1767454"/>
          </a:xfrm>
        </p:grpSpPr>
        <p:sp>
          <p:nvSpPr>
            <p:cNvPr id="525" name="Google Shape;525;p25"/>
            <p:cNvSpPr/>
            <p:nvPr/>
          </p:nvSpPr>
          <p:spPr>
            <a:xfrm rot="10800000">
              <a:off x="8692019" y="16420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rot="10800000">
              <a:off x="8300960" y="267783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25"/>
          <p:cNvGrpSpPr/>
          <p:nvPr/>
        </p:nvGrpSpPr>
        <p:grpSpPr>
          <a:xfrm>
            <a:off x="3531711" y="76210"/>
            <a:ext cx="9375082" cy="5367109"/>
            <a:chOff x="3531711" y="76210"/>
            <a:chExt cx="9375082" cy="5367109"/>
          </a:xfrm>
        </p:grpSpPr>
        <p:grpSp>
          <p:nvGrpSpPr>
            <p:cNvPr id="528" name="Google Shape;528;p25"/>
            <p:cNvGrpSpPr/>
            <p:nvPr/>
          </p:nvGrpSpPr>
          <p:grpSpPr>
            <a:xfrm flipH="1">
              <a:off x="7654812" y="76210"/>
              <a:ext cx="1394075" cy="535357"/>
              <a:chOff x="7247818" y="1391030"/>
              <a:chExt cx="1023926" cy="392692"/>
            </a:xfrm>
          </p:grpSpPr>
          <p:sp>
            <p:nvSpPr>
              <p:cNvPr id="529" name="Google Shape;529;p25"/>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5"/>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5"/>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 name="Google Shape;536;p25"/>
            <p:cNvGrpSpPr/>
            <p:nvPr/>
          </p:nvGrpSpPr>
          <p:grpSpPr>
            <a:xfrm>
              <a:off x="3531711" y="4233146"/>
              <a:ext cx="9375082" cy="1210174"/>
              <a:chOff x="3379311" y="4309346"/>
              <a:chExt cx="9375082" cy="1210174"/>
            </a:xfrm>
          </p:grpSpPr>
          <p:grpSp>
            <p:nvGrpSpPr>
              <p:cNvPr id="537" name="Google Shape;537;p25"/>
              <p:cNvGrpSpPr/>
              <p:nvPr/>
            </p:nvGrpSpPr>
            <p:grpSpPr>
              <a:xfrm>
                <a:off x="3424790" y="4309346"/>
                <a:ext cx="9329602" cy="1210174"/>
                <a:chOff x="1859848" y="4008665"/>
                <a:chExt cx="3610527" cy="468334"/>
              </a:xfrm>
            </p:grpSpPr>
            <p:sp>
              <p:nvSpPr>
                <p:cNvPr id="538" name="Google Shape;538;p2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3" name="Google Shape;543;p2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2">
  <p:cSld name="CUSTOM_9_2">
    <p:spTree>
      <p:nvGrpSpPr>
        <p:cNvPr id="1" name="Shape 548"/>
        <p:cNvGrpSpPr/>
        <p:nvPr/>
      </p:nvGrpSpPr>
      <p:grpSpPr>
        <a:xfrm>
          <a:off x="0" y="0"/>
          <a:ext cx="0" cy="0"/>
          <a:chOff x="0" y="0"/>
          <a:chExt cx="0" cy="0"/>
        </a:xfrm>
      </p:grpSpPr>
      <p:grpSp>
        <p:nvGrpSpPr>
          <p:cNvPr id="549" name="Google Shape;549;p26"/>
          <p:cNvGrpSpPr/>
          <p:nvPr/>
        </p:nvGrpSpPr>
        <p:grpSpPr>
          <a:xfrm>
            <a:off x="-583918" y="97960"/>
            <a:ext cx="2188749" cy="4965310"/>
            <a:chOff x="-583918" y="97960"/>
            <a:chExt cx="2188749" cy="4965310"/>
          </a:xfrm>
        </p:grpSpPr>
        <p:grpSp>
          <p:nvGrpSpPr>
            <p:cNvPr id="550" name="Google Shape;550;p26"/>
            <p:cNvGrpSpPr/>
            <p:nvPr/>
          </p:nvGrpSpPr>
          <p:grpSpPr>
            <a:xfrm flipH="1">
              <a:off x="-583918" y="97960"/>
              <a:ext cx="1394075" cy="535357"/>
              <a:chOff x="7247818" y="1391030"/>
              <a:chExt cx="1023926" cy="392692"/>
            </a:xfrm>
          </p:grpSpPr>
          <p:sp>
            <p:nvSpPr>
              <p:cNvPr id="551" name="Google Shape;551;p26"/>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6"/>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6"/>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6"/>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6"/>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6"/>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6"/>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 name="Google Shape;558;p26"/>
            <p:cNvGrpSpPr/>
            <p:nvPr/>
          </p:nvGrpSpPr>
          <p:grpSpPr>
            <a:xfrm>
              <a:off x="-341272" y="4527893"/>
              <a:ext cx="1946102" cy="535377"/>
              <a:chOff x="4494663" y="3046829"/>
              <a:chExt cx="789302" cy="217139"/>
            </a:xfrm>
          </p:grpSpPr>
          <p:sp>
            <p:nvSpPr>
              <p:cNvPr id="559" name="Google Shape;559;p26"/>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6"/>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6"/>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6"/>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6"/>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6"/>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6"/>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6"/>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7" name="Google Shape;567;p26"/>
          <p:cNvGrpSpPr/>
          <p:nvPr/>
        </p:nvGrpSpPr>
        <p:grpSpPr>
          <a:xfrm>
            <a:off x="8536310" y="1606088"/>
            <a:ext cx="1266008" cy="1778904"/>
            <a:chOff x="8536310" y="1682288"/>
            <a:chExt cx="1266008" cy="1778904"/>
          </a:xfrm>
        </p:grpSpPr>
        <p:sp>
          <p:nvSpPr>
            <p:cNvPr id="568" name="Google Shape;568;p26"/>
            <p:cNvSpPr/>
            <p:nvPr/>
          </p:nvSpPr>
          <p:spPr>
            <a:xfrm rot="10800000">
              <a:off x="8714994" y="16822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6"/>
            <p:cNvSpPr/>
            <p:nvPr/>
          </p:nvSpPr>
          <p:spPr>
            <a:xfrm rot="10800000">
              <a:off x="8536310" y="2729512"/>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marL="914400" lvl="1"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marL="1371600" lvl="2"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marL="1828800" lvl="3"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marL="2286000" lvl="4"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marL="2743200" lvl="5"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marL="3200400" lvl="6"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marL="3657600" lvl="7"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marL="4114800" lvl="8" indent="-304800">
              <a:lnSpc>
                <a:spcPct val="115000"/>
              </a:lnSpc>
              <a:spcBef>
                <a:spcPts val="1600"/>
              </a:spcBef>
              <a:spcAft>
                <a:spcPts val="1600"/>
              </a:spcAft>
              <a:buClr>
                <a:schemeClr val="dk1"/>
              </a:buClr>
              <a:buSzPts val="1200"/>
              <a:buFont typeface="Archivo"/>
              <a:buChar char="■"/>
              <a:defRPr sz="12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3" r:id="rId13"/>
    <p:sldLayoutId id="2147483664" r:id="rId14"/>
    <p:sldLayoutId id="2147483665" r:id="rId15"/>
    <p:sldLayoutId id="2147483666" r:id="rId16"/>
    <p:sldLayoutId id="2147483667" r:id="rId17"/>
    <p:sldLayoutId id="2147483668" r:id="rId18"/>
    <p:sldLayoutId id="2147483670" r:id="rId19"/>
    <p:sldLayoutId id="2147483671" r:id="rId20"/>
    <p:sldLayoutId id="2147483672"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30"/>
          <p:cNvSpPr txBox="1">
            <a:spLocks noGrp="1"/>
          </p:cNvSpPr>
          <p:nvPr>
            <p:ph type="ctrTitle"/>
          </p:nvPr>
        </p:nvSpPr>
        <p:spPr>
          <a:xfrm>
            <a:off x="2813276" y="335776"/>
            <a:ext cx="6045000" cy="2243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3200" dirty="0"/>
              <a:t>ANALYSING OF MOTOR CHARACTERISTICS FOR SHELL ECO MARATHON PROJECT </a:t>
            </a:r>
          </a:p>
        </p:txBody>
      </p:sp>
      <p:sp>
        <p:nvSpPr>
          <p:cNvPr id="581" name="Google Shape;581;p30"/>
          <p:cNvSpPr txBox="1">
            <a:spLocks noGrp="1"/>
          </p:cNvSpPr>
          <p:nvPr>
            <p:ph type="subTitle" idx="1"/>
          </p:nvPr>
        </p:nvSpPr>
        <p:spPr>
          <a:xfrm>
            <a:off x="3826043" y="2741448"/>
            <a:ext cx="4528800" cy="16491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latin typeface="Space Mono" panose="020B0604020202020204" charset="0"/>
              </a:rPr>
              <a:t>STUDENT NAME : VIGNESH MUNUSAMY</a:t>
            </a:r>
          </a:p>
          <a:p>
            <a:pPr marL="0" lvl="0" indent="0" algn="l" rtl="0">
              <a:spcBef>
                <a:spcPts val="0"/>
              </a:spcBef>
              <a:spcAft>
                <a:spcPts val="0"/>
              </a:spcAft>
              <a:buNone/>
            </a:pPr>
            <a:r>
              <a:rPr lang="en-GB" dirty="0">
                <a:latin typeface="Space Mono" panose="020B0604020202020204" charset="0"/>
              </a:rPr>
              <a:t>SID NO : 16077465</a:t>
            </a:r>
          </a:p>
          <a:p>
            <a:pPr marL="0" lvl="0" indent="0" algn="l" rtl="0">
              <a:spcBef>
                <a:spcPts val="0"/>
              </a:spcBef>
              <a:spcAft>
                <a:spcPts val="0"/>
              </a:spcAft>
              <a:buNone/>
            </a:pPr>
            <a:r>
              <a:rPr lang="en-GB" dirty="0">
                <a:latin typeface="Space Mono" panose="020B0604020202020204" charset="0"/>
              </a:rPr>
              <a:t>COURSE : MSc IN ELECTRICAL AND ELCTRONIC ENGINEERING</a:t>
            </a:r>
          </a:p>
          <a:p>
            <a:pPr marL="0" lvl="0" indent="0" algn="l" rtl="0">
              <a:spcBef>
                <a:spcPts val="0"/>
              </a:spcBef>
              <a:spcAft>
                <a:spcPts val="0"/>
              </a:spcAft>
              <a:buNone/>
            </a:pPr>
            <a:r>
              <a:rPr lang="en-GB" dirty="0">
                <a:latin typeface="Space Mono" panose="020B0604020202020204" charset="0"/>
              </a:rPr>
              <a:t>PROJECT SUPERVISOR : NURUL BHUIYAN</a:t>
            </a:r>
          </a:p>
          <a:p>
            <a:pPr marL="0" indent="0" algn="l"/>
            <a:r>
              <a:rPr lang="en-GB" dirty="0">
                <a:latin typeface="Space Mono" panose="020B0604020202020204" charset="0"/>
              </a:rPr>
              <a:t>                     AMR SALEH</a:t>
            </a:r>
          </a:p>
          <a:p>
            <a:pPr marL="0" lvl="0" indent="0" algn="l" rtl="0">
              <a:spcBef>
                <a:spcPts val="0"/>
              </a:spcBef>
              <a:spcAft>
                <a:spcPts val="0"/>
              </a:spcAft>
              <a:buNone/>
            </a:pPr>
            <a:r>
              <a:rPr lang="en-GB" dirty="0">
                <a:latin typeface="Space Mono" panose="020B0604020202020204" charset="0"/>
              </a:rPr>
              <a:t>                                                        </a:t>
            </a:r>
            <a:endParaRPr dirty="0"/>
          </a:p>
        </p:txBody>
      </p:sp>
      <p:grpSp>
        <p:nvGrpSpPr>
          <p:cNvPr id="582" name="Google Shape;582;p30"/>
          <p:cNvGrpSpPr/>
          <p:nvPr/>
        </p:nvGrpSpPr>
        <p:grpSpPr>
          <a:xfrm>
            <a:off x="-1413549" y="-1420325"/>
            <a:ext cx="4055769" cy="4054532"/>
            <a:chOff x="-2065431" y="-1404875"/>
            <a:chExt cx="4055769" cy="4054532"/>
          </a:xfrm>
        </p:grpSpPr>
        <p:grpSp>
          <p:nvGrpSpPr>
            <p:cNvPr id="583" name="Google Shape;583;p30"/>
            <p:cNvGrpSpPr/>
            <p:nvPr/>
          </p:nvGrpSpPr>
          <p:grpSpPr>
            <a:xfrm>
              <a:off x="-965646" y="-306294"/>
              <a:ext cx="1855954" cy="1856899"/>
              <a:chOff x="5690549" y="1784557"/>
              <a:chExt cx="570782" cy="571072"/>
            </a:xfrm>
          </p:grpSpPr>
          <p:sp>
            <p:nvSpPr>
              <p:cNvPr id="584" name="Google Shape;584;p30"/>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0"/>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0"/>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30"/>
            <p:cNvGrpSpPr/>
            <p:nvPr/>
          </p:nvGrpSpPr>
          <p:grpSpPr>
            <a:xfrm>
              <a:off x="-1247046" y="-636686"/>
              <a:ext cx="2419634" cy="2518026"/>
              <a:chOff x="4876082" y="1708500"/>
              <a:chExt cx="694938" cy="723197"/>
            </a:xfrm>
          </p:grpSpPr>
          <p:sp>
            <p:nvSpPr>
              <p:cNvPr id="588" name="Google Shape;588;p30"/>
              <p:cNvSpPr/>
              <p:nvPr/>
            </p:nvSpPr>
            <p:spPr>
              <a:xfrm>
                <a:off x="5042889" y="1734725"/>
                <a:ext cx="507968" cy="262784"/>
              </a:xfrm>
              <a:custGeom>
                <a:avLst/>
                <a:gdLst/>
                <a:ahLst/>
                <a:cxnLst/>
                <a:rect l="l" t="t" r="r" b="b"/>
                <a:pathLst>
                  <a:path w="15729" h="8137" extrusionOk="0">
                    <a:moveTo>
                      <a:pt x="5603" y="0"/>
                    </a:moveTo>
                    <a:cubicBezTo>
                      <a:pt x="3542" y="0"/>
                      <a:pt x="1615" y="607"/>
                      <a:pt x="0" y="1651"/>
                    </a:cubicBezTo>
                    <a:lnTo>
                      <a:pt x="0" y="1784"/>
                    </a:lnTo>
                    <a:cubicBezTo>
                      <a:pt x="1615" y="732"/>
                      <a:pt x="3533" y="116"/>
                      <a:pt x="5603" y="116"/>
                    </a:cubicBezTo>
                    <a:cubicBezTo>
                      <a:pt x="10492" y="116"/>
                      <a:pt x="14595" y="3551"/>
                      <a:pt x="15621" y="8136"/>
                    </a:cubicBezTo>
                    <a:lnTo>
                      <a:pt x="15728" y="8109"/>
                    </a:lnTo>
                    <a:cubicBezTo>
                      <a:pt x="14693" y="3479"/>
                      <a:pt x="10545" y="0"/>
                      <a:pt x="56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0"/>
              <p:cNvSpPr/>
              <p:nvPr/>
            </p:nvSpPr>
            <p:spPr>
              <a:xfrm>
                <a:off x="4888742" y="1886547"/>
                <a:ext cx="669314" cy="518625"/>
              </a:xfrm>
              <a:custGeom>
                <a:avLst/>
                <a:gdLst/>
                <a:ahLst/>
                <a:cxnLst/>
                <a:rect l="l" t="t" r="r" b="b"/>
                <a:pathLst>
                  <a:path w="20725" h="16059" extrusionOk="0">
                    <a:moveTo>
                      <a:pt x="1696" y="1"/>
                    </a:moveTo>
                    <a:cubicBezTo>
                      <a:pt x="625" y="1633"/>
                      <a:pt x="1" y="3587"/>
                      <a:pt x="1" y="5683"/>
                    </a:cubicBezTo>
                    <a:cubicBezTo>
                      <a:pt x="1" y="11411"/>
                      <a:pt x="4658" y="16058"/>
                      <a:pt x="10376" y="16058"/>
                    </a:cubicBezTo>
                    <a:cubicBezTo>
                      <a:pt x="15836" y="16058"/>
                      <a:pt x="20314" y="11830"/>
                      <a:pt x="20724" y="6486"/>
                    </a:cubicBezTo>
                    <a:lnTo>
                      <a:pt x="20724" y="6486"/>
                    </a:lnTo>
                    <a:lnTo>
                      <a:pt x="20608" y="6531"/>
                    </a:lnTo>
                    <a:cubicBezTo>
                      <a:pt x="20171" y="11794"/>
                      <a:pt x="15755" y="15951"/>
                      <a:pt x="10376" y="15951"/>
                    </a:cubicBezTo>
                    <a:cubicBezTo>
                      <a:pt x="4711" y="15951"/>
                      <a:pt x="108" y="11348"/>
                      <a:pt x="108" y="5683"/>
                    </a:cubicBezTo>
                    <a:cubicBezTo>
                      <a:pt x="108" y="3587"/>
                      <a:pt x="741" y="1633"/>
                      <a:pt x="1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0"/>
              <p:cNvSpPr/>
              <p:nvPr/>
            </p:nvSpPr>
            <p:spPr>
              <a:xfrm>
                <a:off x="5463252" y="1820276"/>
                <a:ext cx="99985" cy="174361"/>
              </a:xfrm>
              <a:custGeom>
                <a:avLst/>
                <a:gdLst/>
                <a:ahLst/>
                <a:cxnLst/>
                <a:rect l="l" t="t" r="r" b="b"/>
                <a:pathLst>
                  <a:path w="3096" h="5399" extrusionOk="0">
                    <a:moveTo>
                      <a:pt x="72" y="1"/>
                    </a:moveTo>
                    <a:lnTo>
                      <a:pt x="0" y="81"/>
                    </a:lnTo>
                    <a:cubicBezTo>
                      <a:pt x="1463" y="1500"/>
                      <a:pt x="2525" y="3337"/>
                      <a:pt x="2980" y="5398"/>
                    </a:cubicBezTo>
                    <a:lnTo>
                      <a:pt x="3096" y="5371"/>
                    </a:lnTo>
                    <a:cubicBezTo>
                      <a:pt x="2623" y="3293"/>
                      <a:pt x="1553" y="1437"/>
                      <a:pt x="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0"/>
              <p:cNvSpPr/>
              <p:nvPr/>
            </p:nvSpPr>
            <p:spPr>
              <a:xfrm>
                <a:off x="5439030" y="2090238"/>
                <a:ext cx="131990" cy="250706"/>
              </a:xfrm>
              <a:custGeom>
                <a:avLst/>
                <a:gdLst/>
                <a:ahLst/>
                <a:cxnLst/>
                <a:rect l="l" t="t" r="r" b="b"/>
                <a:pathLst>
                  <a:path w="4087" h="7763" extrusionOk="0">
                    <a:moveTo>
                      <a:pt x="4087" y="1"/>
                    </a:moveTo>
                    <a:lnTo>
                      <a:pt x="3971" y="54"/>
                    </a:lnTo>
                    <a:cubicBezTo>
                      <a:pt x="3775" y="3132"/>
                      <a:pt x="2267" y="5862"/>
                      <a:pt x="1" y="7682"/>
                    </a:cubicBezTo>
                    <a:lnTo>
                      <a:pt x="81" y="7762"/>
                    </a:lnTo>
                    <a:cubicBezTo>
                      <a:pt x="2383" y="5915"/>
                      <a:pt x="3908" y="3132"/>
                      <a:pt x="4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0"/>
              <p:cNvSpPr/>
              <p:nvPr/>
            </p:nvSpPr>
            <p:spPr>
              <a:xfrm>
                <a:off x="4876082" y="1886547"/>
                <a:ext cx="100567" cy="425293"/>
              </a:xfrm>
              <a:custGeom>
                <a:avLst/>
                <a:gdLst/>
                <a:ahLst/>
                <a:cxnLst/>
                <a:rect l="l" t="t" r="r" b="b"/>
                <a:pathLst>
                  <a:path w="3114" h="13169" extrusionOk="0">
                    <a:moveTo>
                      <a:pt x="1624" y="1"/>
                    </a:moveTo>
                    <a:cubicBezTo>
                      <a:pt x="598" y="1651"/>
                      <a:pt x="0" y="3596"/>
                      <a:pt x="0" y="5683"/>
                    </a:cubicBezTo>
                    <a:cubicBezTo>
                      <a:pt x="0" y="8592"/>
                      <a:pt x="1160" y="11232"/>
                      <a:pt x="3042" y="13168"/>
                    </a:cubicBezTo>
                    <a:lnTo>
                      <a:pt x="3114" y="13088"/>
                    </a:lnTo>
                    <a:cubicBezTo>
                      <a:pt x="1258" y="11170"/>
                      <a:pt x="116" y="8556"/>
                      <a:pt x="116" y="5683"/>
                    </a:cubicBezTo>
                    <a:cubicBezTo>
                      <a:pt x="116" y="3596"/>
                      <a:pt x="714" y="1651"/>
                      <a:pt x="1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0"/>
              <p:cNvSpPr/>
              <p:nvPr/>
            </p:nvSpPr>
            <p:spPr>
              <a:xfrm>
                <a:off x="5042889" y="1708500"/>
                <a:ext cx="497892" cy="189313"/>
              </a:xfrm>
              <a:custGeom>
                <a:avLst/>
                <a:gdLst/>
                <a:ahLst/>
                <a:cxnLst/>
                <a:rect l="l" t="t" r="r" b="b"/>
                <a:pathLst>
                  <a:path w="15417" h="5862" extrusionOk="0">
                    <a:moveTo>
                      <a:pt x="5603" y="0"/>
                    </a:moveTo>
                    <a:cubicBezTo>
                      <a:pt x="3560" y="0"/>
                      <a:pt x="1651" y="545"/>
                      <a:pt x="0" y="1508"/>
                    </a:cubicBezTo>
                    <a:lnTo>
                      <a:pt x="0" y="1633"/>
                    </a:lnTo>
                    <a:cubicBezTo>
                      <a:pt x="1642" y="670"/>
                      <a:pt x="3560" y="108"/>
                      <a:pt x="5603" y="108"/>
                    </a:cubicBezTo>
                    <a:cubicBezTo>
                      <a:pt x="9787" y="108"/>
                      <a:pt x="13427" y="2436"/>
                      <a:pt x="15318" y="5862"/>
                    </a:cubicBezTo>
                    <a:lnTo>
                      <a:pt x="15416" y="5808"/>
                    </a:lnTo>
                    <a:cubicBezTo>
                      <a:pt x="13507" y="2347"/>
                      <a:pt x="9823" y="0"/>
                      <a:pt x="56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0"/>
              <p:cNvSpPr/>
              <p:nvPr/>
            </p:nvSpPr>
            <p:spPr>
              <a:xfrm>
                <a:off x="4909508" y="2247260"/>
                <a:ext cx="589771" cy="184437"/>
              </a:xfrm>
              <a:custGeom>
                <a:avLst/>
                <a:gdLst/>
                <a:ahLst/>
                <a:cxnLst/>
                <a:rect l="l" t="t" r="r" b="b"/>
                <a:pathLst>
                  <a:path w="18262" h="5711" extrusionOk="0">
                    <a:moveTo>
                      <a:pt x="98" y="1"/>
                    </a:moveTo>
                    <a:lnTo>
                      <a:pt x="0" y="54"/>
                    </a:lnTo>
                    <a:cubicBezTo>
                      <a:pt x="1936" y="3435"/>
                      <a:pt x="5576" y="5710"/>
                      <a:pt x="9733" y="5710"/>
                    </a:cubicBezTo>
                    <a:cubicBezTo>
                      <a:pt x="13150" y="5710"/>
                      <a:pt x="16201" y="4176"/>
                      <a:pt x="18261" y="1767"/>
                    </a:cubicBezTo>
                    <a:lnTo>
                      <a:pt x="18172" y="1696"/>
                    </a:lnTo>
                    <a:cubicBezTo>
                      <a:pt x="16138" y="4087"/>
                      <a:pt x="13114" y="5603"/>
                      <a:pt x="9733" y="5603"/>
                    </a:cubicBezTo>
                    <a:cubicBezTo>
                      <a:pt x="5611" y="5603"/>
                      <a:pt x="2016" y="3346"/>
                      <a:pt x="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0"/>
              <p:cNvSpPr/>
              <p:nvPr/>
            </p:nvSpPr>
            <p:spPr>
              <a:xfrm>
                <a:off x="5027323" y="1769281"/>
                <a:ext cx="194513" cy="75829"/>
              </a:xfrm>
              <a:custGeom>
                <a:avLst/>
                <a:gdLst/>
                <a:ahLst/>
                <a:cxnLst/>
                <a:rect l="l" t="t" r="r" b="b"/>
                <a:pathLst>
                  <a:path w="6023" h="2348" extrusionOk="0">
                    <a:moveTo>
                      <a:pt x="6022" y="1"/>
                    </a:moveTo>
                    <a:cubicBezTo>
                      <a:pt x="3721" y="19"/>
                      <a:pt x="1615" y="875"/>
                      <a:pt x="1" y="2276"/>
                    </a:cubicBezTo>
                    <a:lnTo>
                      <a:pt x="1" y="2347"/>
                    </a:lnTo>
                    <a:cubicBezTo>
                      <a:pt x="1615" y="938"/>
                      <a:pt x="3721" y="81"/>
                      <a:pt x="6022" y="63"/>
                    </a:cubicBezTo>
                    <a:lnTo>
                      <a:pt x="60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0"/>
              <p:cNvSpPr/>
              <p:nvPr/>
            </p:nvSpPr>
            <p:spPr>
              <a:xfrm>
                <a:off x="4933116" y="1875018"/>
                <a:ext cx="64558" cy="118749"/>
              </a:xfrm>
              <a:custGeom>
                <a:avLst/>
                <a:gdLst/>
                <a:ahLst/>
                <a:cxnLst/>
                <a:rect l="l" t="t" r="r" b="b"/>
                <a:pathLst>
                  <a:path w="1999" h="3677" extrusionOk="0">
                    <a:moveTo>
                      <a:pt x="1928" y="1"/>
                    </a:moveTo>
                    <a:cubicBezTo>
                      <a:pt x="1026" y="1053"/>
                      <a:pt x="357" y="2302"/>
                      <a:pt x="1" y="3676"/>
                    </a:cubicBezTo>
                    <a:lnTo>
                      <a:pt x="54" y="3676"/>
                    </a:lnTo>
                    <a:cubicBezTo>
                      <a:pt x="420" y="2302"/>
                      <a:pt x="1098" y="1053"/>
                      <a:pt x="19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0"/>
              <p:cNvSpPr/>
              <p:nvPr/>
            </p:nvSpPr>
            <p:spPr>
              <a:xfrm>
                <a:off x="5031360" y="2299418"/>
                <a:ext cx="342585" cy="71469"/>
              </a:xfrm>
              <a:custGeom>
                <a:avLst/>
                <a:gdLst/>
                <a:ahLst/>
                <a:cxnLst/>
                <a:rect l="l" t="t" r="r" b="b"/>
                <a:pathLst>
                  <a:path w="10608" h="2213" extrusionOk="0">
                    <a:moveTo>
                      <a:pt x="36" y="0"/>
                    </a:moveTo>
                    <a:lnTo>
                      <a:pt x="1" y="45"/>
                    </a:lnTo>
                    <a:cubicBezTo>
                      <a:pt x="1615" y="1392"/>
                      <a:pt x="3694" y="2213"/>
                      <a:pt x="5960" y="2213"/>
                    </a:cubicBezTo>
                    <a:cubicBezTo>
                      <a:pt x="7655" y="2213"/>
                      <a:pt x="9243" y="1758"/>
                      <a:pt x="10608" y="964"/>
                    </a:cubicBezTo>
                    <a:lnTo>
                      <a:pt x="10581" y="919"/>
                    </a:lnTo>
                    <a:cubicBezTo>
                      <a:pt x="9216" y="1704"/>
                      <a:pt x="7637" y="2150"/>
                      <a:pt x="5960" y="2150"/>
                    </a:cubicBezTo>
                    <a:cubicBezTo>
                      <a:pt x="3712" y="2150"/>
                      <a:pt x="1642" y="1347"/>
                      <a:pt x="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30"/>
            <p:cNvGrpSpPr/>
            <p:nvPr/>
          </p:nvGrpSpPr>
          <p:grpSpPr>
            <a:xfrm>
              <a:off x="-1143153" y="-436641"/>
              <a:ext cx="2212063" cy="2117725"/>
              <a:chOff x="5655411" y="869227"/>
              <a:chExt cx="635322" cy="608227"/>
            </a:xfrm>
          </p:grpSpPr>
          <p:sp>
            <p:nvSpPr>
              <p:cNvPr id="599" name="Google Shape;599;p30"/>
              <p:cNvSpPr/>
              <p:nvPr/>
            </p:nvSpPr>
            <p:spPr>
              <a:xfrm>
                <a:off x="5969456" y="869227"/>
                <a:ext cx="12724" cy="39787"/>
              </a:xfrm>
              <a:custGeom>
                <a:avLst/>
                <a:gdLst/>
                <a:ahLst/>
                <a:cxnLst/>
                <a:rect l="l" t="t" r="r" b="b"/>
                <a:pathLst>
                  <a:path w="394" h="1232" extrusionOk="0">
                    <a:moveTo>
                      <a:pt x="1" y="1"/>
                    </a:moveTo>
                    <a:lnTo>
                      <a:pt x="1" y="1232"/>
                    </a:lnTo>
                    <a:lnTo>
                      <a:pt x="393" y="1232"/>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0"/>
              <p:cNvSpPr/>
              <p:nvPr/>
            </p:nvSpPr>
            <p:spPr>
              <a:xfrm>
                <a:off x="5994227" y="869809"/>
                <a:ext cx="16180" cy="40659"/>
              </a:xfrm>
              <a:custGeom>
                <a:avLst/>
                <a:gdLst/>
                <a:ahLst/>
                <a:cxnLst/>
                <a:rect l="l" t="t" r="r" b="b"/>
                <a:pathLst>
                  <a:path w="501" h="1259" extrusionOk="0">
                    <a:moveTo>
                      <a:pt x="108" y="0"/>
                    </a:moveTo>
                    <a:lnTo>
                      <a:pt x="1" y="1232"/>
                    </a:lnTo>
                    <a:lnTo>
                      <a:pt x="393" y="1258"/>
                    </a:lnTo>
                    <a:lnTo>
                      <a:pt x="500" y="36"/>
                    </a:lnTo>
                    <a:lnTo>
                      <a:pt x="1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0"/>
              <p:cNvSpPr/>
              <p:nvPr/>
            </p:nvSpPr>
            <p:spPr>
              <a:xfrm>
                <a:off x="6018997" y="872974"/>
                <a:ext cx="19345" cy="41531"/>
              </a:xfrm>
              <a:custGeom>
                <a:avLst/>
                <a:gdLst/>
                <a:ahLst/>
                <a:cxnLst/>
                <a:rect l="l" t="t" r="r" b="b"/>
                <a:pathLst>
                  <a:path w="599" h="1286" extrusionOk="0">
                    <a:moveTo>
                      <a:pt x="215" y="1"/>
                    </a:moveTo>
                    <a:lnTo>
                      <a:pt x="1" y="1214"/>
                    </a:lnTo>
                    <a:lnTo>
                      <a:pt x="385" y="1285"/>
                    </a:lnTo>
                    <a:lnTo>
                      <a:pt x="599" y="72"/>
                    </a:lnTo>
                    <a:lnTo>
                      <a:pt x="2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0"/>
              <p:cNvSpPr/>
              <p:nvPr/>
            </p:nvSpPr>
            <p:spPr>
              <a:xfrm>
                <a:off x="6043219" y="878464"/>
                <a:ext cx="22800" cy="41790"/>
              </a:xfrm>
              <a:custGeom>
                <a:avLst/>
                <a:gdLst/>
                <a:ahLst/>
                <a:cxnLst/>
                <a:rect l="l" t="t" r="r" b="b"/>
                <a:pathLst>
                  <a:path w="706" h="1294" extrusionOk="0">
                    <a:moveTo>
                      <a:pt x="322" y="0"/>
                    </a:moveTo>
                    <a:lnTo>
                      <a:pt x="0" y="1195"/>
                    </a:lnTo>
                    <a:lnTo>
                      <a:pt x="384" y="1294"/>
                    </a:lnTo>
                    <a:lnTo>
                      <a:pt x="705" y="107"/>
                    </a:lnTo>
                    <a:lnTo>
                      <a:pt x="3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0"/>
              <p:cNvSpPr/>
              <p:nvPr/>
            </p:nvSpPr>
            <p:spPr>
              <a:xfrm>
                <a:off x="6067118" y="886506"/>
                <a:ext cx="25675" cy="41822"/>
              </a:xfrm>
              <a:custGeom>
                <a:avLst/>
                <a:gdLst/>
                <a:ahLst/>
                <a:cxnLst/>
                <a:rect l="l" t="t" r="r" b="b"/>
                <a:pathLst>
                  <a:path w="795" h="1295" extrusionOk="0">
                    <a:moveTo>
                      <a:pt x="420" y="1"/>
                    </a:moveTo>
                    <a:lnTo>
                      <a:pt x="1" y="1161"/>
                    </a:lnTo>
                    <a:lnTo>
                      <a:pt x="375" y="1294"/>
                    </a:lnTo>
                    <a:lnTo>
                      <a:pt x="795" y="135"/>
                    </a:lnTo>
                    <a:lnTo>
                      <a:pt x="4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0"/>
              <p:cNvSpPr/>
              <p:nvPr/>
            </p:nvSpPr>
            <p:spPr>
              <a:xfrm>
                <a:off x="6090468" y="896905"/>
                <a:ext cx="28258" cy="41499"/>
              </a:xfrm>
              <a:custGeom>
                <a:avLst/>
                <a:gdLst/>
                <a:ahLst/>
                <a:cxnLst/>
                <a:rect l="l" t="t" r="r" b="b"/>
                <a:pathLst>
                  <a:path w="875" h="1285" extrusionOk="0">
                    <a:moveTo>
                      <a:pt x="518" y="0"/>
                    </a:moveTo>
                    <a:lnTo>
                      <a:pt x="0" y="1115"/>
                    </a:lnTo>
                    <a:lnTo>
                      <a:pt x="357" y="1285"/>
                    </a:lnTo>
                    <a:lnTo>
                      <a:pt x="875" y="161"/>
                    </a:lnTo>
                    <a:lnTo>
                      <a:pt x="5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0"/>
              <p:cNvSpPr/>
              <p:nvPr/>
            </p:nvSpPr>
            <p:spPr>
              <a:xfrm>
                <a:off x="6112655" y="909274"/>
                <a:ext cx="30842" cy="40950"/>
              </a:xfrm>
              <a:custGeom>
                <a:avLst/>
                <a:gdLst/>
                <a:ahLst/>
                <a:cxnLst/>
                <a:rect l="l" t="t" r="r" b="b"/>
                <a:pathLst>
                  <a:path w="955" h="1268" extrusionOk="0">
                    <a:moveTo>
                      <a:pt x="616" y="1"/>
                    </a:moveTo>
                    <a:lnTo>
                      <a:pt x="0" y="1071"/>
                    </a:lnTo>
                    <a:lnTo>
                      <a:pt x="339" y="1267"/>
                    </a:lnTo>
                    <a:lnTo>
                      <a:pt x="955" y="206"/>
                    </a:lnTo>
                    <a:lnTo>
                      <a:pt x="6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0"/>
              <p:cNvSpPr/>
              <p:nvPr/>
            </p:nvSpPr>
            <p:spPr>
              <a:xfrm>
                <a:off x="6133970" y="924259"/>
                <a:ext cx="33167" cy="39787"/>
              </a:xfrm>
              <a:custGeom>
                <a:avLst/>
                <a:gdLst/>
                <a:ahLst/>
                <a:cxnLst/>
                <a:rect l="l" t="t" r="r" b="b"/>
                <a:pathLst>
                  <a:path w="1027" h="1232" extrusionOk="0">
                    <a:moveTo>
                      <a:pt x="705" y="1"/>
                    </a:moveTo>
                    <a:lnTo>
                      <a:pt x="0" y="1009"/>
                    </a:lnTo>
                    <a:lnTo>
                      <a:pt x="322" y="1232"/>
                    </a:lnTo>
                    <a:lnTo>
                      <a:pt x="1026" y="224"/>
                    </a:lnTo>
                    <a:lnTo>
                      <a:pt x="7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0"/>
              <p:cNvSpPr/>
              <p:nvPr/>
            </p:nvSpPr>
            <p:spPr>
              <a:xfrm>
                <a:off x="6153865" y="940956"/>
                <a:ext cx="35460" cy="38657"/>
              </a:xfrm>
              <a:custGeom>
                <a:avLst/>
                <a:gdLst/>
                <a:ahLst/>
                <a:cxnLst/>
                <a:rect l="l" t="t" r="r" b="b"/>
                <a:pathLst>
                  <a:path w="1098" h="1197" extrusionOk="0">
                    <a:moveTo>
                      <a:pt x="794" y="1"/>
                    </a:moveTo>
                    <a:lnTo>
                      <a:pt x="0" y="947"/>
                    </a:lnTo>
                    <a:lnTo>
                      <a:pt x="303" y="1196"/>
                    </a:lnTo>
                    <a:lnTo>
                      <a:pt x="1097" y="251"/>
                    </a:lnTo>
                    <a:lnTo>
                      <a:pt x="7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0"/>
              <p:cNvSpPr/>
              <p:nvPr/>
            </p:nvSpPr>
            <p:spPr>
              <a:xfrm>
                <a:off x="5762601" y="1407438"/>
                <a:ext cx="35169" cy="38625"/>
              </a:xfrm>
              <a:custGeom>
                <a:avLst/>
                <a:gdLst/>
                <a:ahLst/>
                <a:cxnLst/>
                <a:rect l="l" t="t" r="r" b="b"/>
                <a:pathLst>
                  <a:path w="1089" h="1196" extrusionOk="0">
                    <a:moveTo>
                      <a:pt x="794" y="0"/>
                    </a:moveTo>
                    <a:lnTo>
                      <a:pt x="0" y="937"/>
                    </a:lnTo>
                    <a:lnTo>
                      <a:pt x="304" y="1195"/>
                    </a:lnTo>
                    <a:lnTo>
                      <a:pt x="1089" y="250"/>
                    </a:lnTo>
                    <a:lnTo>
                      <a:pt x="7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6172564" y="959688"/>
                <a:ext cx="37204" cy="37204"/>
              </a:xfrm>
              <a:custGeom>
                <a:avLst/>
                <a:gdLst/>
                <a:ahLst/>
                <a:cxnLst/>
                <a:rect l="l" t="t" r="r" b="b"/>
                <a:pathLst>
                  <a:path w="1152" h="1152" extrusionOk="0">
                    <a:moveTo>
                      <a:pt x="866" y="1"/>
                    </a:moveTo>
                    <a:lnTo>
                      <a:pt x="1" y="866"/>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0"/>
              <p:cNvSpPr/>
              <p:nvPr/>
            </p:nvSpPr>
            <p:spPr>
              <a:xfrm>
                <a:off x="5742126" y="1390127"/>
                <a:ext cx="37204" cy="37204"/>
              </a:xfrm>
              <a:custGeom>
                <a:avLst/>
                <a:gdLst/>
                <a:ahLst/>
                <a:cxnLst/>
                <a:rect l="l" t="t" r="r" b="b"/>
                <a:pathLst>
                  <a:path w="1152" h="1152" extrusionOk="0">
                    <a:moveTo>
                      <a:pt x="866" y="1"/>
                    </a:moveTo>
                    <a:lnTo>
                      <a:pt x="1" y="875"/>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0"/>
              <p:cNvSpPr/>
              <p:nvPr/>
            </p:nvSpPr>
            <p:spPr>
              <a:xfrm>
                <a:off x="6189584" y="980164"/>
                <a:ext cx="38915" cy="35169"/>
              </a:xfrm>
              <a:custGeom>
                <a:avLst/>
                <a:gdLst/>
                <a:ahLst/>
                <a:cxnLst/>
                <a:rect l="l" t="t" r="r" b="b"/>
                <a:pathLst>
                  <a:path w="1205" h="1089" extrusionOk="0">
                    <a:moveTo>
                      <a:pt x="946" y="0"/>
                    </a:moveTo>
                    <a:lnTo>
                      <a:pt x="0" y="794"/>
                    </a:lnTo>
                    <a:lnTo>
                      <a:pt x="259" y="1089"/>
                    </a:lnTo>
                    <a:lnTo>
                      <a:pt x="1205" y="304"/>
                    </a:lnTo>
                    <a:lnTo>
                      <a:pt x="9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0"/>
              <p:cNvSpPr/>
              <p:nvPr/>
            </p:nvSpPr>
            <p:spPr>
              <a:xfrm>
                <a:off x="5723394" y="1371396"/>
                <a:ext cx="38657" cy="35492"/>
              </a:xfrm>
              <a:custGeom>
                <a:avLst/>
                <a:gdLst/>
                <a:ahLst/>
                <a:cxnLst/>
                <a:rect l="l" t="t" r="r" b="b"/>
                <a:pathLst>
                  <a:path w="1197" h="1099" extrusionOk="0">
                    <a:moveTo>
                      <a:pt x="947" y="1"/>
                    </a:moveTo>
                    <a:lnTo>
                      <a:pt x="1" y="795"/>
                    </a:lnTo>
                    <a:lnTo>
                      <a:pt x="251" y="1098"/>
                    </a:lnTo>
                    <a:lnTo>
                      <a:pt x="1196" y="304"/>
                    </a:lnTo>
                    <a:lnTo>
                      <a:pt x="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0"/>
              <p:cNvSpPr/>
              <p:nvPr/>
            </p:nvSpPr>
            <p:spPr>
              <a:xfrm>
                <a:off x="6205118" y="1002351"/>
                <a:ext cx="40078" cy="33167"/>
              </a:xfrm>
              <a:custGeom>
                <a:avLst/>
                <a:gdLst/>
                <a:ahLst/>
                <a:cxnLst/>
                <a:rect l="l" t="t" r="r" b="b"/>
                <a:pathLst>
                  <a:path w="1241" h="1027" extrusionOk="0">
                    <a:moveTo>
                      <a:pt x="1018" y="0"/>
                    </a:moveTo>
                    <a:lnTo>
                      <a:pt x="1" y="705"/>
                    </a:lnTo>
                    <a:lnTo>
                      <a:pt x="233" y="1026"/>
                    </a:lnTo>
                    <a:lnTo>
                      <a:pt x="1241" y="321"/>
                    </a:lnTo>
                    <a:lnTo>
                      <a:pt x="10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0"/>
              <p:cNvSpPr/>
              <p:nvPr/>
            </p:nvSpPr>
            <p:spPr>
              <a:xfrm>
                <a:off x="5706697" y="1351534"/>
                <a:ext cx="39787" cy="33167"/>
              </a:xfrm>
              <a:custGeom>
                <a:avLst/>
                <a:gdLst/>
                <a:ahLst/>
                <a:cxnLst/>
                <a:rect l="l" t="t" r="r" b="b"/>
                <a:pathLst>
                  <a:path w="1232" h="1027" extrusionOk="0">
                    <a:moveTo>
                      <a:pt x="1009" y="0"/>
                    </a:moveTo>
                    <a:lnTo>
                      <a:pt x="1" y="705"/>
                    </a:lnTo>
                    <a:lnTo>
                      <a:pt x="224" y="1026"/>
                    </a:lnTo>
                    <a:lnTo>
                      <a:pt x="1232" y="322"/>
                    </a:ln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a:off x="6218973" y="1025668"/>
                <a:ext cx="40918" cy="31165"/>
              </a:xfrm>
              <a:custGeom>
                <a:avLst/>
                <a:gdLst/>
                <a:ahLst/>
                <a:cxnLst/>
                <a:rect l="l" t="t" r="r" b="b"/>
                <a:pathLst>
                  <a:path w="1267" h="965" extrusionOk="0">
                    <a:moveTo>
                      <a:pt x="1071" y="1"/>
                    </a:moveTo>
                    <a:lnTo>
                      <a:pt x="0" y="616"/>
                    </a:lnTo>
                    <a:lnTo>
                      <a:pt x="196" y="964"/>
                    </a:lnTo>
                    <a:lnTo>
                      <a:pt x="1267" y="349"/>
                    </a:lnTo>
                    <a:lnTo>
                      <a:pt x="1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a:off x="5691712" y="1330219"/>
                <a:ext cx="40950" cy="30842"/>
              </a:xfrm>
              <a:custGeom>
                <a:avLst/>
                <a:gdLst/>
                <a:ahLst/>
                <a:cxnLst/>
                <a:rect l="l" t="t" r="r" b="b"/>
                <a:pathLst>
                  <a:path w="1268" h="955" extrusionOk="0">
                    <a:moveTo>
                      <a:pt x="1071" y="0"/>
                    </a:moveTo>
                    <a:lnTo>
                      <a:pt x="1" y="616"/>
                    </a:lnTo>
                    <a:lnTo>
                      <a:pt x="197" y="955"/>
                    </a:lnTo>
                    <a:lnTo>
                      <a:pt x="1267" y="339"/>
                    </a:lnTo>
                    <a:lnTo>
                      <a:pt x="10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a:off x="6231052" y="1050730"/>
                <a:ext cx="41531" cy="28290"/>
              </a:xfrm>
              <a:custGeom>
                <a:avLst/>
                <a:gdLst/>
                <a:ahLst/>
                <a:cxnLst/>
                <a:rect l="l" t="t" r="r" b="b"/>
                <a:pathLst>
                  <a:path w="1286" h="876" extrusionOk="0">
                    <a:moveTo>
                      <a:pt x="1116" y="1"/>
                    </a:moveTo>
                    <a:lnTo>
                      <a:pt x="1" y="518"/>
                    </a:lnTo>
                    <a:lnTo>
                      <a:pt x="161" y="875"/>
                    </a:lnTo>
                    <a:lnTo>
                      <a:pt x="1286" y="358"/>
                    </a:lnTo>
                    <a:lnTo>
                      <a:pt x="11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a:off x="5679343" y="1308031"/>
                <a:ext cx="41499" cy="28258"/>
              </a:xfrm>
              <a:custGeom>
                <a:avLst/>
                <a:gdLst/>
                <a:ahLst/>
                <a:cxnLst/>
                <a:rect l="l" t="t" r="r" b="b"/>
                <a:pathLst>
                  <a:path w="1285" h="875" extrusionOk="0">
                    <a:moveTo>
                      <a:pt x="1115" y="0"/>
                    </a:moveTo>
                    <a:lnTo>
                      <a:pt x="0" y="518"/>
                    </a:lnTo>
                    <a:lnTo>
                      <a:pt x="161" y="875"/>
                    </a:lnTo>
                    <a:lnTo>
                      <a:pt x="1285" y="357"/>
                    </a:lnTo>
                    <a:lnTo>
                      <a:pt x="11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a:off x="6241160" y="1076664"/>
                <a:ext cx="41499" cy="25384"/>
              </a:xfrm>
              <a:custGeom>
                <a:avLst/>
                <a:gdLst/>
                <a:ahLst/>
                <a:cxnLst/>
                <a:rect l="l" t="t" r="r" b="b"/>
                <a:pathLst>
                  <a:path w="1285" h="786" extrusionOk="0">
                    <a:moveTo>
                      <a:pt x="1151" y="1"/>
                    </a:moveTo>
                    <a:lnTo>
                      <a:pt x="0" y="420"/>
                    </a:lnTo>
                    <a:lnTo>
                      <a:pt x="134" y="786"/>
                    </a:lnTo>
                    <a:lnTo>
                      <a:pt x="1285" y="366"/>
                    </a:lnTo>
                    <a:lnTo>
                      <a:pt x="11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a:off x="5668943" y="1284681"/>
                <a:ext cx="41822" cy="25675"/>
              </a:xfrm>
              <a:custGeom>
                <a:avLst/>
                <a:gdLst/>
                <a:ahLst/>
                <a:cxnLst/>
                <a:rect l="l" t="t" r="r" b="b"/>
                <a:pathLst>
                  <a:path w="1295" h="795" extrusionOk="0">
                    <a:moveTo>
                      <a:pt x="1161" y="1"/>
                    </a:moveTo>
                    <a:lnTo>
                      <a:pt x="1" y="420"/>
                    </a:lnTo>
                    <a:lnTo>
                      <a:pt x="135" y="795"/>
                    </a:lnTo>
                    <a:lnTo>
                      <a:pt x="1294" y="375"/>
                    </a:lnTo>
                    <a:lnTo>
                      <a:pt x="11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a:off x="5660902" y="1261073"/>
                <a:ext cx="41790" cy="22477"/>
              </a:xfrm>
              <a:custGeom>
                <a:avLst/>
                <a:gdLst/>
                <a:ahLst/>
                <a:cxnLst/>
                <a:rect l="l" t="t" r="r" b="b"/>
                <a:pathLst>
                  <a:path w="1294" h="696" extrusionOk="0">
                    <a:moveTo>
                      <a:pt x="1196" y="0"/>
                    </a:moveTo>
                    <a:lnTo>
                      <a:pt x="0" y="312"/>
                    </a:lnTo>
                    <a:lnTo>
                      <a:pt x="107" y="696"/>
                    </a:lnTo>
                    <a:lnTo>
                      <a:pt x="1294" y="375"/>
                    </a:lnTo>
                    <a:lnTo>
                      <a:pt x="1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a:off x="5655411" y="1236561"/>
                <a:ext cx="41531" cy="19345"/>
              </a:xfrm>
              <a:custGeom>
                <a:avLst/>
                <a:gdLst/>
                <a:ahLst/>
                <a:cxnLst/>
                <a:rect l="l" t="t" r="r" b="b"/>
                <a:pathLst>
                  <a:path w="1286" h="599" extrusionOk="0">
                    <a:moveTo>
                      <a:pt x="1214" y="1"/>
                    </a:moveTo>
                    <a:lnTo>
                      <a:pt x="1" y="215"/>
                    </a:lnTo>
                    <a:lnTo>
                      <a:pt x="72" y="599"/>
                    </a:lnTo>
                    <a:lnTo>
                      <a:pt x="1285" y="384"/>
                    </a:lnTo>
                    <a:lnTo>
                      <a:pt x="12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a:off x="5655411" y="1130824"/>
                <a:ext cx="41531" cy="19345"/>
              </a:xfrm>
              <a:custGeom>
                <a:avLst/>
                <a:gdLst/>
                <a:ahLst/>
                <a:cxnLst/>
                <a:rect l="l" t="t" r="r" b="b"/>
                <a:pathLst>
                  <a:path w="1286" h="599" extrusionOk="0">
                    <a:moveTo>
                      <a:pt x="72" y="1"/>
                    </a:moveTo>
                    <a:lnTo>
                      <a:pt x="1" y="393"/>
                    </a:lnTo>
                    <a:lnTo>
                      <a:pt x="1214" y="599"/>
                    </a:lnTo>
                    <a:lnTo>
                      <a:pt x="1285" y="215"/>
                    </a:lnTo>
                    <a:lnTo>
                      <a:pt x="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a:off x="6248911" y="1261073"/>
                <a:ext cx="41822" cy="22477"/>
              </a:xfrm>
              <a:custGeom>
                <a:avLst/>
                <a:gdLst/>
                <a:ahLst/>
                <a:cxnLst/>
                <a:rect l="l" t="t" r="r" b="b"/>
                <a:pathLst>
                  <a:path w="1295" h="696" extrusionOk="0">
                    <a:moveTo>
                      <a:pt x="108" y="0"/>
                    </a:moveTo>
                    <a:lnTo>
                      <a:pt x="1" y="375"/>
                    </a:lnTo>
                    <a:lnTo>
                      <a:pt x="1196" y="696"/>
                    </a:lnTo>
                    <a:lnTo>
                      <a:pt x="1295" y="312"/>
                    </a:lnTo>
                    <a:lnTo>
                      <a:pt x="1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0"/>
              <p:cNvSpPr/>
              <p:nvPr/>
            </p:nvSpPr>
            <p:spPr>
              <a:xfrm>
                <a:off x="5660902" y="1103469"/>
                <a:ext cx="41790" cy="22510"/>
              </a:xfrm>
              <a:custGeom>
                <a:avLst/>
                <a:gdLst/>
                <a:ahLst/>
                <a:cxnLst/>
                <a:rect l="l" t="t" r="r" b="b"/>
                <a:pathLst>
                  <a:path w="1294" h="697" extrusionOk="0">
                    <a:moveTo>
                      <a:pt x="107" y="0"/>
                    </a:moveTo>
                    <a:lnTo>
                      <a:pt x="0" y="375"/>
                    </a:lnTo>
                    <a:lnTo>
                      <a:pt x="1196" y="696"/>
                    </a:lnTo>
                    <a:lnTo>
                      <a:pt x="1294" y="313"/>
                    </a:lnTo>
                    <a:lnTo>
                      <a:pt x="1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a:off x="6241160" y="1284681"/>
                <a:ext cx="41499" cy="25675"/>
              </a:xfrm>
              <a:custGeom>
                <a:avLst/>
                <a:gdLst/>
                <a:ahLst/>
                <a:cxnLst/>
                <a:rect l="l" t="t" r="r" b="b"/>
                <a:pathLst>
                  <a:path w="1285" h="795" extrusionOk="0">
                    <a:moveTo>
                      <a:pt x="134" y="1"/>
                    </a:moveTo>
                    <a:lnTo>
                      <a:pt x="0" y="375"/>
                    </a:lnTo>
                    <a:lnTo>
                      <a:pt x="1151" y="795"/>
                    </a:lnTo>
                    <a:lnTo>
                      <a:pt x="1285" y="420"/>
                    </a:lnTo>
                    <a:lnTo>
                      <a:pt x="1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a:off x="6231052" y="1308031"/>
                <a:ext cx="41531" cy="28258"/>
              </a:xfrm>
              <a:custGeom>
                <a:avLst/>
                <a:gdLst/>
                <a:ahLst/>
                <a:cxnLst/>
                <a:rect l="l" t="t" r="r" b="b"/>
                <a:pathLst>
                  <a:path w="1286" h="875" extrusionOk="0">
                    <a:moveTo>
                      <a:pt x="161" y="0"/>
                    </a:moveTo>
                    <a:lnTo>
                      <a:pt x="1" y="357"/>
                    </a:lnTo>
                    <a:lnTo>
                      <a:pt x="1116" y="875"/>
                    </a:lnTo>
                    <a:lnTo>
                      <a:pt x="1286" y="518"/>
                    </a:lnTo>
                    <a:lnTo>
                      <a:pt x="1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a:off x="6218973" y="1330219"/>
                <a:ext cx="40918" cy="30842"/>
              </a:xfrm>
              <a:custGeom>
                <a:avLst/>
                <a:gdLst/>
                <a:ahLst/>
                <a:cxnLst/>
                <a:rect l="l" t="t" r="r" b="b"/>
                <a:pathLst>
                  <a:path w="1267" h="955" extrusionOk="0">
                    <a:moveTo>
                      <a:pt x="196" y="0"/>
                    </a:moveTo>
                    <a:lnTo>
                      <a:pt x="0" y="339"/>
                    </a:lnTo>
                    <a:lnTo>
                      <a:pt x="1071" y="955"/>
                    </a:lnTo>
                    <a:lnTo>
                      <a:pt x="1267" y="616"/>
                    </a:lnTo>
                    <a:lnTo>
                      <a:pt x="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a:off x="6205118" y="1351534"/>
                <a:ext cx="40078" cy="33167"/>
              </a:xfrm>
              <a:custGeom>
                <a:avLst/>
                <a:gdLst/>
                <a:ahLst/>
                <a:cxnLst/>
                <a:rect l="l" t="t" r="r" b="b"/>
                <a:pathLst>
                  <a:path w="1241" h="1027" extrusionOk="0">
                    <a:moveTo>
                      <a:pt x="233" y="0"/>
                    </a:moveTo>
                    <a:lnTo>
                      <a:pt x="1" y="322"/>
                    </a:lnTo>
                    <a:lnTo>
                      <a:pt x="1018" y="1026"/>
                    </a:lnTo>
                    <a:lnTo>
                      <a:pt x="1241" y="705"/>
                    </a:lnTo>
                    <a:lnTo>
                      <a:pt x="2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a:off x="6189584" y="1371396"/>
                <a:ext cx="38915" cy="35492"/>
              </a:xfrm>
              <a:custGeom>
                <a:avLst/>
                <a:gdLst/>
                <a:ahLst/>
                <a:cxnLst/>
                <a:rect l="l" t="t" r="r" b="b"/>
                <a:pathLst>
                  <a:path w="1205" h="1099" extrusionOk="0">
                    <a:moveTo>
                      <a:pt x="259" y="1"/>
                    </a:moveTo>
                    <a:lnTo>
                      <a:pt x="0" y="304"/>
                    </a:lnTo>
                    <a:lnTo>
                      <a:pt x="946" y="1098"/>
                    </a:lnTo>
                    <a:lnTo>
                      <a:pt x="1205" y="795"/>
                    </a:lnTo>
                    <a:lnTo>
                      <a:pt x="2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0"/>
              <p:cNvSpPr/>
              <p:nvPr/>
            </p:nvSpPr>
            <p:spPr>
              <a:xfrm>
                <a:off x="6172564" y="1390127"/>
                <a:ext cx="37204" cy="37204"/>
              </a:xfrm>
              <a:custGeom>
                <a:avLst/>
                <a:gdLst/>
                <a:ahLst/>
                <a:cxnLst/>
                <a:rect l="l" t="t" r="r" b="b"/>
                <a:pathLst>
                  <a:path w="1152" h="1152" extrusionOk="0">
                    <a:moveTo>
                      <a:pt x="277" y="1"/>
                    </a:moveTo>
                    <a:lnTo>
                      <a:pt x="1" y="277"/>
                    </a:lnTo>
                    <a:lnTo>
                      <a:pt x="866" y="1152"/>
                    </a:lnTo>
                    <a:lnTo>
                      <a:pt x="1152" y="875"/>
                    </a:lnTo>
                    <a:lnTo>
                      <a:pt x="2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0"/>
              <p:cNvSpPr/>
              <p:nvPr/>
            </p:nvSpPr>
            <p:spPr>
              <a:xfrm>
                <a:off x="6153865" y="1407438"/>
                <a:ext cx="35460" cy="38625"/>
              </a:xfrm>
              <a:custGeom>
                <a:avLst/>
                <a:gdLst/>
                <a:ahLst/>
                <a:cxnLst/>
                <a:rect l="l" t="t" r="r" b="b"/>
                <a:pathLst>
                  <a:path w="1098" h="1196" extrusionOk="0">
                    <a:moveTo>
                      <a:pt x="303" y="0"/>
                    </a:moveTo>
                    <a:lnTo>
                      <a:pt x="0" y="250"/>
                    </a:lnTo>
                    <a:lnTo>
                      <a:pt x="794" y="1195"/>
                    </a:lnTo>
                    <a:lnTo>
                      <a:pt x="1097" y="937"/>
                    </a:lnTo>
                    <a:lnTo>
                      <a:pt x="3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0"/>
              <p:cNvSpPr/>
              <p:nvPr/>
            </p:nvSpPr>
            <p:spPr>
              <a:xfrm>
                <a:off x="6133970" y="1422682"/>
                <a:ext cx="33167" cy="40078"/>
              </a:xfrm>
              <a:custGeom>
                <a:avLst/>
                <a:gdLst/>
                <a:ahLst/>
                <a:cxnLst/>
                <a:rect l="l" t="t" r="r" b="b"/>
                <a:pathLst>
                  <a:path w="1027" h="1241" extrusionOk="0">
                    <a:moveTo>
                      <a:pt x="322" y="1"/>
                    </a:moveTo>
                    <a:lnTo>
                      <a:pt x="0" y="233"/>
                    </a:lnTo>
                    <a:lnTo>
                      <a:pt x="705" y="1241"/>
                    </a:lnTo>
                    <a:lnTo>
                      <a:pt x="1026" y="1018"/>
                    </a:lnTo>
                    <a:lnTo>
                      <a:pt x="3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0"/>
              <p:cNvSpPr/>
              <p:nvPr/>
            </p:nvSpPr>
            <p:spPr>
              <a:xfrm>
                <a:off x="6112655" y="1436537"/>
                <a:ext cx="30842" cy="40918"/>
              </a:xfrm>
              <a:custGeom>
                <a:avLst/>
                <a:gdLst/>
                <a:ahLst/>
                <a:cxnLst/>
                <a:rect l="l" t="t" r="r" b="b"/>
                <a:pathLst>
                  <a:path w="955" h="1267" extrusionOk="0">
                    <a:moveTo>
                      <a:pt x="339" y="0"/>
                    </a:moveTo>
                    <a:lnTo>
                      <a:pt x="0" y="196"/>
                    </a:lnTo>
                    <a:lnTo>
                      <a:pt x="616" y="1267"/>
                    </a:lnTo>
                    <a:lnTo>
                      <a:pt x="955" y="1071"/>
                    </a:lnTo>
                    <a:lnTo>
                      <a:pt x="3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30"/>
            <p:cNvGrpSpPr/>
            <p:nvPr/>
          </p:nvGrpSpPr>
          <p:grpSpPr>
            <a:xfrm>
              <a:off x="-1522789" y="-818226"/>
              <a:ext cx="3068002" cy="2960763"/>
              <a:chOff x="3396915" y="1192967"/>
              <a:chExt cx="1567066" cy="1512291"/>
            </a:xfrm>
          </p:grpSpPr>
          <p:sp>
            <p:nvSpPr>
              <p:cNvPr id="636" name="Google Shape;636;p30"/>
              <p:cNvSpPr/>
              <p:nvPr/>
            </p:nvSpPr>
            <p:spPr>
              <a:xfrm>
                <a:off x="3454270" y="1259650"/>
                <a:ext cx="446080" cy="446022"/>
              </a:xfrm>
              <a:custGeom>
                <a:avLst/>
                <a:gdLst/>
                <a:ahLst/>
                <a:cxnLst/>
                <a:rect l="l" t="t" r="r" b="b"/>
                <a:pathLst>
                  <a:path w="7700" h="7699" extrusionOk="0">
                    <a:moveTo>
                      <a:pt x="3524" y="0"/>
                    </a:moveTo>
                    <a:lnTo>
                      <a:pt x="3391" y="883"/>
                    </a:lnTo>
                    <a:cubicBezTo>
                      <a:pt x="3176" y="910"/>
                      <a:pt x="2971" y="973"/>
                      <a:pt x="2775" y="1044"/>
                    </a:cubicBezTo>
                    <a:lnTo>
                      <a:pt x="2775" y="1044"/>
                    </a:lnTo>
                    <a:lnTo>
                      <a:pt x="2213" y="348"/>
                    </a:lnTo>
                    <a:lnTo>
                      <a:pt x="1642" y="678"/>
                    </a:lnTo>
                    <a:lnTo>
                      <a:pt x="1963" y="1508"/>
                    </a:lnTo>
                    <a:cubicBezTo>
                      <a:pt x="1803" y="1642"/>
                      <a:pt x="1651" y="1793"/>
                      <a:pt x="1517" y="1963"/>
                    </a:cubicBezTo>
                    <a:lnTo>
                      <a:pt x="1517" y="1963"/>
                    </a:lnTo>
                    <a:lnTo>
                      <a:pt x="679" y="1642"/>
                    </a:lnTo>
                    <a:lnTo>
                      <a:pt x="357" y="2204"/>
                    </a:lnTo>
                    <a:lnTo>
                      <a:pt x="1053" y="2766"/>
                    </a:lnTo>
                    <a:cubicBezTo>
                      <a:pt x="973" y="2962"/>
                      <a:pt x="919" y="3167"/>
                      <a:pt x="884" y="3381"/>
                    </a:cubicBezTo>
                    <a:lnTo>
                      <a:pt x="884" y="3381"/>
                    </a:lnTo>
                    <a:lnTo>
                      <a:pt x="1" y="3524"/>
                    </a:lnTo>
                    <a:lnTo>
                      <a:pt x="1" y="4175"/>
                    </a:lnTo>
                    <a:lnTo>
                      <a:pt x="884" y="4309"/>
                    </a:lnTo>
                    <a:cubicBezTo>
                      <a:pt x="919" y="4523"/>
                      <a:pt x="973" y="4728"/>
                      <a:pt x="1053" y="4925"/>
                    </a:cubicBezTo>
                    <a:lnTo>
                      <a:pt x="1053" y="4925"/>
                    </a:lnTo>
                    <a:lnTo>
                      <a:pt x="357" y="5487"/>
                    </a:lnTo>
                    <a:lnTo>
                      <a:pt x="679" y="6057"/>
                    </a:lnTo>
                    <a:lnTo>
                      <a:pt x="1517" y="5736"/>
                    </a:lnTo>
                    <a:cubicBezTo>
                      <a:pt x="1651" y="5897"/>
                      <a:pt x="1803" y="6049"/>
                      <a:pt x="1963" y="6182"/>
                    </a:cubicBezTo>
                    <a:lnTo>
                      <a:pt x="1963" y="6182"/>
                    </a:lnTo>
                    <a:lnTo>
                      <a:pt x="1642" y="7021"/>
                    </a:lnTo>
                    <a:lnTo>
                      <a:pt x="2213" y="7342"/>
                    </a:lnTo>
                    <a:lnTo>
                      <a:pt x="2775" y="6646"/>
                    </a:lnTo>
                    <a:cubicBezTo>
                      <a:pt x="2971" y="6727"/>
                      <a:pt x="3176" y="6780"/>
                      <a:pt x="3391" y="6816"/>
                    </a:cubicBezTo>
                    <a:lnTo>
                      <a:pt x="3391" y="6816"/>
                    </a:lnTo>
                    <a:lnTo>
                      <a:pt x="3524" y="7699"/>
                    </a:lnTo>
                    <a:lnTo>
                      <a:pt x="4185" y="7699"/>
                    </a:lnTo>
                    <a:lnTo>
                      <a:pt x="4318" y="6816"/>
                    </a:lnTo>
                    <a:cubicBezTo>
                      <a:pt x="4532" y="6780"/>
                      <a:pt x="4738" y="6727"/>
                      <a:pt x="4934" y="6646"/>
                    </a:cubicBezTo>
                    <a:lnTo>
                      <a:pt x="4934" y="6646"/>
                    </a:lnTo>
                    <a:lnTo>
                      <a:pt x="5496" y="7342"/>
                    </a:lnTo>
                    <a:lnTo>
                      <a:pt x="6058" y="7021"/>
                    </a:lnTo>
                    <a:lnTo>
                      <a:pt x="5737" y="6182"/>
                    </a:lnTo>
                    <a:cubicBezTo>
                      <a:pt x="5906" y="6049"/>
                      <a:pt x="6058" y="5897"/>
                      <a:pt x="6192" y="5736"/>
                    </a:cubicBezTo>
                    <a:lnTo>
                      <a:pt x="6192" y="5736"/>
                    </a:lnTo>
                    <a:lnTo>
                      <a:pt x="7021" y="6057"/>
                    </a:lnTo>
                    <a:lnTo>
                      <a:pt x="7352" y="5487"/>
                    </a:lnTo>
                    <a:lnTo>
                      <a:pt x="6656" y="4925"/>
                    </a:lnTo>
                    <a:cubicBezTo>
                      <a:pt x="6727" y="4728"/>
                      <a:pt x="6789" y="4523"/>
                      <a:pt x="6816" y="4309"/>
                    </a:cubicBezTo>
                    <a:lnTo>
                      <a:pt x="6816" y="4309"/>
                    </a:lnTo>
                    <a:lnTo>
                      <a:pt x="7699" y="4175"/>
                    </a:lnTo>
                    <a:lnTo>
                      <a:pt x="7699" y="3524"/>
                    </a:lnTo>
                    <a:lnTo>
                      <a:pt x="6816" y="3381"/>
                    </a:lnTo>
                    <a:cubicBezTo>
                      <a:pt x="6789" y="3167"/>
                      <a:pt x="6727" y="2962"/>
                      <a:pt x="6656" y="2766"/>
                    </a:cubicBezTo>
                    <a:lnTo>
                      <a:pt x="6656" y="2766"/>
                    </a:lnTo>
                    <a:lnTo>
                      <a:pt x="7352" y="2204"/>
                    </a:lnTo>
                    <a:lnTo>
                      <a:pt x="7021" y="1642"/>
                    </a:lnTo>
                    <a:lnTo>
                      <a:pt x="6192" y="1963"/>
                    </a:lnTo>
                    <a:cubicBezTo>
                      <a:pt x="6058" y="1793"/>
                      <a:pt x="5906" y="1642"/>
                      <a:pt x="5737" y="1508"/>
                    </a:cubicBezTo>
                    <a:lnTo>
                      <a:pt x="5737" y="1508"/>
                    </a:lnTo>
                    <a:lnTo>
                      <a:pt x="6058" y="678"/>
                    </a:lnTo>
                    <a:lnTo>
                      <a:pt x="5496" y="348"/>
                    </a:lnTo>
                    <a:lnTo>
                      <a:pt x="4934" y="1044"/>
                    </a:lnTo>
                    <a:cubicBezTo>
                      <a:pt x="4738" y="973"/>
                      <a:pt x="4532" y="910"/>
                      <a:pt x="4318" y="883"/>
                    </a:cubicBezTo>
                    <a:lnTo>
                      <a:pt x="4318" y="883"/>
                    </a:lnTo>
                    <a:lnTo>
                      <a:pt x="4185" y="0"/>
                    </a:lnTo>
                    <a:close/>
                    <a:moveTo>
                      <a:pt x="1517" y="3845"/>
                    </a:moveTo>
                    <a:cubicBezTo>
                      <a:pt x="1517" y="2560"/>
                      <a:pt x="2561" y="1508"/>
                      <a:pt x="3854" y="1508"/>
                    </a:cubicBezTo>
                    <a:lnTo>
                      <a:pt x="3854" y="1508"/>
                    </a:lnTo>
                    <a:cubicBezTo>
                      <a:pt x="5139" y="1508"/>
                      <a:pt x="6192" y="2560"/>
                      <a:pt x="6192" y="3845"/>
                    </a:cubicBezTo>
                    <a:lnTo>
                      <a:pt x="6192" y="3845"/>
                    </a:lnTo>
                    <a:cubicBezTo>
                      <a:pt x="6192" y="5139"/>
                      <a:pt x="5139" y="6182"/>
                      <a:pt x="3854" y="6182"/>
                    </a:cubicBezTo>
                    <a:lnTo>
                      <a:pt x="3854" y="6182"/>
                    </a:lnTo>
                    <a:cubicBezTo>
                      <a:pt x="2561" y="6182"/>
                      <a:pt x="1517" y="5139"/>
                      <a:pt x="1517" y="384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p:nvPr/>
            </p:nvSpPr>
            <p:spPr>
              <a:xfrm>
                <a:off x="4672986" y="1750128"/>
                <a:ext cx="290995" cy="290474"/>
              </a:xfrm>
              <a:custGeom>
                <a:avLst/>
                <a:gdLst/>
                <a:ahLst/>
                <a:cxnLst/>
                <a:rect l="l" t="t" r="r" b="b"/>
                <a:pathLst>
                  <a:path w="5023" h="5014" extrusionOk="0">
                    <a:moveTo>
                      <a:pt x="2516" y="990"/>
                    </a:moveTo>
                    <a:cubicBezTo>
                      <a:pt x="3355" y="990"/>
                      <a:pt x="4033" y="1668"/>
                      <a:pt x="4033" y="2507"/>
                    </a:cubicBezTo>
                    <a:cubicBezTo>
                      <a:pt x="4033" y="3346"/>
                      <a:pt x="3355" y="4032"/>
                      <a:pt x="2516" y="4032"/>
                    </a:cubicBezTo>
                    <a:cubicBezTo>
                      <a:pt x="1669" y="4032"/>
                      <a:pt x="991" y="3346"/>
                      <a:pt x="991" y="2507"/>
                    </a:cubicBezTo>
                    <a:cubicBezTo>
                      <a:pt x="991" y="1668"/>
                      <a:pt x="1669" y="990"/>
                      <a:pt x="2516" y="990"/>
                    </a:cubicBezTo>
                    <a:close/>
                    <a:moveTo>
                      <a:pt x="2302" y="0"/>
                    </a:moveTo>
                    <a:lnTo>
                      <a:pt x="2213" y="571"/>
                    </a:lnTo>
                    <a:cubicBezTo>
                      <a:pt x="2070" y="598"/>
                      <a:pt x="1936" y="634"/>
                      <a:pt x="1811" y="678"/>
                    </a:cubicBezTo>
                    <a:lnTo>
                      <a:pt x="1446" y="232"/>
                    </a:lnTo>
                    <a:lnTo>
                      <a:pt x="1071" y="446"/>
                    </a:lnTo>
                    <a:lnTo>
                      <a:pt x="1285" y="981"/>
                    </a:lnTo>
                    <a:cubicBezTo>
                      <a:pt x="1178" y="1071"/>
                      <a:pt x="1080" y="1169"/>
                      <a:pt x="991" y="1276"/>
                    </a:cubicBezTo>
                    <a:lnTo>
                      <a:pt x="446" y="1071"/>
                    </a:lnTo>
                    <a:lnTo>
                      <a:pt x="232" y="1436"/>
                    </a:lnTo>
                    <a:lnTo>
                      <a:pt x="687" y="1802"/>
                    </a:lnTo>
                    <a:cubicBezTo>
                      <a:pt x="634" y="1936"/>
                      <a:pt x="598" y="2070"/>
                      <a:pt x="580" y="2204"/>
                    </a:cubicBezTo>
                    <a:lnTo>
                      <a:pt x="0" y="2293"/>
                    </a:lnTo>
                    <a:lnTo>
                      <a:pt x="0" y="2721"/>
                    </a:lnTo>
                    <a:lnTo>
                      <a:pt x="580" y="2810"/>
                    </a:lnTo>
                    <a:cubicBezTo>
                      <a:pt x="598" y="2953"/>
                      <a:pt x="634" y="3087"/>
                      <a:pt x="687" y="3212"/>
                    </a:cubicBezTo>
                    <a:lnTo>
                      <a:pt x="232" y="3577"/>
                    </a:lnTo>
                    <a:lnTo>
                      <a:pt x="446" y="3943"/>
                    </a:lnTo>
                    <a:lnTo>
                      <a:pt x="991" y="3738"/>
                    </a:lnTo>
                    <a:cubicBezTo>
                      <a:pt x="1080" y="3845"/>
                      <a:pt x="1178" y="3943"/>
                      <a:pt x="1285" y="4032"/>
                    </a:cubicBezTo>
                    <a:lnTo>
                      <a:pt x="1071" y="4577"/>
                    </a:lnTo>
                    <a:lnTo>
                      <a:pt x="1446" y="4791"/>
                    </a:lnTo>
                    <a:lnTo>
                      <a:pt x="1811" y="4336"/>
                    </a:lnTo>
                    <a:cubicBezTo>
                      <a:pt x="1936" y="4380"/>
                      <a:pt x="2070" y="4416"/>
                      <a:pt x="2213" y="4443"/>
                    </a:cubicBezTo>
                    <a:lnTo>
                      <a:pt x="2302" y="5014"/>
                    </a:lnTo>
                    <a:lnTo>
                      <a:pt x="2730" y="5014"/>
                    </a:lnTo>
                    <a:lnTo>
                      <a:pt x="2819" y="4443"/>
                    </a:lnTo>
                    <a:cubicBezTo>
                      <a:pt x="2953" y="4416"/>
                      <a:pt x="3087" y="4380"/>
                      <a:pt x="3221" y="4336"/>
                    </a:cubicBezTo>
                    <a:lnTo>
                      <a:pt x="3578" y="4791"/>
                    </a:lnTo>
                    <a:lnTo>
                      <a:pt x="3952" y="4577"/>
                    </a:lnTo>
                    <a:lnTo>
                      <a:pt x="3738" y="4032"/>
                    </a:lnTo>
                    <a:cubicBezTo>
                      <a:pt x="3845" y="3943"/>
                      <a:pt x="3944" y="3845"/>
                      <a:pt x="4033" y="3738"/>
                    </a:cubicBezTo>
                    <a:lnTo>
                      <a:pt x="4577" y="3943"/>
                    </a:lnTo>
                    <a:lnTo>
                      <a:pt x="4791" y="3577"/>
                    </a:lnTo>
                    <a:lnTo>
                      <a:pt x="4336" y="3212"/>
                    </a:lnTo>
                    <a:cubicBezTo>
                      <a:pt x="4390" y="3087"/>
                      <a:pt x="4425" y="2953"/>
                      <a:pt x="4443" y="2810"/>
                    </a:cubicBezTo>
                    <a:lnTo>
                      <a:pt x="5023" y="2721"/>
                    </a:lnTo>
                    <a:lnTo>
                      <a:pt x="5023" y="2293"/>
                    </a:lnTo>
                    <a:lnTo>
                      <a:pt x="4443" y="2204"/>
                    </a:lnTo>
                    <a:cubicBezTo>
                      <a:pt x="4425" y="2070"/>
                      <a:pt x="4390" y="1936"/>
                      <a:pt x="4336" y="1802"/>
                    </a:cubicBezTo>
                    <a:lnTo>
                      <a:pt x="4791" y="1436"/>
                    </a:lnTo>
                    <a:lnTo>
                      <a:pt x="4577" y="1071"/>
                    </a:lnTo>
                    <a:lnTo>
                      <a:pt x="4033" y="1276"/>
                    </a:lnTo>
                    <a:cubicBezTo>
                      <a:pt x="3944" y="1169"/>
                      <a:pt x="3845" y="1071"/>
                      <a:pt x="3738" y="981"/>
                    </a:cubicBezTo>
                    <a:lnTo>
                      <a:pt x="3952" y="446"/>
                    </a:lnTo>
                    <a:lnTo>
                      <a:pt x="3578" y="232"/>
                    </a:lnTo>
                    <a:lnTo>
                      <a:pt x="3221" y="687"/>
                    </a:lnTo>
                    <a:cubicBezTo>
                      <a:pt x="3087" y="634"/>
                      <a:pt x="2953" y="598"/>
                      <a:pt x="2819" y="571"/>
                    </a:cubicBezTo>
                    <a:lnTo>
                      <a:pt x="27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0"/>
              <p:cNvSpPr/>
              <p:nvPr/>
            </p:nvSpPr>
            <p:spPr>
              <a:xfrm>
                <a:off x="4764986" y="1841607"/>
                <a:ext cx="107001" cy="107523"/>
              </a:xfrm>
              <a:custGeom>
                <a:avLst/>
                <a:gdLst/>
                <a:ahLst/>
                <a:cxnLst/>
                <a:rect l="l" t="t" r="r" b="b"/>
                <a:pathLst>
                  <a:path w="1847" h="1856" extrusionOk="0">
                    <a:moveTo>
                      <a:pt x="928" y="0"/>
                    </a:moveTo>
                    <a:cubicBezTo>
                      <a:pt x="411" y="0"/>
                      <a:pt x="0" y="419"/>
                      <a:pt x="0" y="928"/>
                    </a:cubicBezTo>
                    <a:cubicBezTo>
                      <a:pt x="0" y="1436"/>
                      <a:pt x="411" y="1856"/>
                      <a:pt x="928" y="1856"/>
                    </a:cubicBezTo>
                    <a:cubicBezTo>
                      <a:pt x="1437" y="1856"/>
                      <a:pt x="1847" y="1436"/>
                      <a:pt x="1847" y="928"/>
                    </a:cubicBezTo>
                    <a:cubicBezTo>
                      <a:pt x="1847" y="419"/>
                      <a:pt x="1437" y="0"/>
                      <a:pt x="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0"/>
              <p:cNvSpPr/>
              <p:nvPr/>
            </p:nvSpPr>
            <p:spPr>
              <a:xfrm>
                <a:off x="3396915" y="1683445"/>
                <a:ext cx="1488460" cy="1021813"/>
              </a:xfrm>
              <a:custGeom>
                <a:avLst/>
                <a:gdLst/>
                <a:ahLst/>
                <a:cxnLst/>
                <a:rect l="l" t="t" r="r" b="b"/>
                <a:pathLst>
                  <a:path w="25693" h="17638" extrusionOk="0">
                    <a:moveTo>
                      <a:pt x="830" y="0"/>
                    </a:moveTo>
                    <a:cubicBezTo>
                      <a:pt x="295" y="1428"/>
                      <a:pt x="0" y="2971"/>
                      <a:pt x="0" y="4586"/>
                    </a:cubicBezTo>
                    <a:cubicBezTo>
                      <a:pt x="0" y="11794"/>
                      <a:pt x="5844" y="17637"/>
                      <a:pt x="13052" y="17637"/>
                    </a:cubicBezTo>
                    <a:cubicBezTo>
                      <a:pt x="19136" y="17637"/>
                      <a:pt x="24239" y="13480"/>
                      <a:pt x="25693" y="7851"/>
                    </a:cubicBezTo>
                    <a:lnTo>
                      <a:pt x="24382" y="7512"/>
                    </a:lnTo>
                    <a:cubicBezTo>
                      <a:pt x="23088" y="12552"/>
                      <a:pt x="18503" y="16281"/>
                      <a:pt x="13052" y="16281"/>
                    </a:cubicBezTo>
                    <a:cubicBezTo>
                      <a:pt x="6593" y="16281"/>
                      <a:pt x="1356" y="11045"/>
                      <a:pt x="1356" y="4586"/>
                    </a:cubicBezTo>
                    <a:cubicBezTo>
                      <a:pt x="1356" y="3141"/>
                      <a:pt x="1615" y="1749"/>
                      <a:pt x="2097" y="473"/>
                    </a:cubicBezTo>
                    <a:lnTo>
                      <a:pt x="8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0"/>
              <p:cNvSpPr/>
              <p:nvPr/>
            </p:nvSpPr>
            <p:spPr>
              <a:xfrm>
                <a:off x="4159742" y="1192967"/>
                <a:ext cx="706023" cy="529271"/>
              </a:xfrm>
              <a:custGeom>
                <a:avLst/>
                <a:gdLst/>
                <a:ahLst/>
                <a:cxnLst/>
                <a:rect l="l" t="t" r="r" b="b"/>
                <a:pathLst>
                  <a:path w="12187" h="9136" extrusionOk="0">
                    <a:moveTo>
                      <a:pt x="1" y="0"/>
                    </a:moveTo>
                    <a:lnTo>
                      <a:pt x="1" y="1356"/>
                    </a:lnTo>
                    <a:cubicBezTo>
                      <a:pt x="5041" y="1401"/>
                      <a:pt x="9314" y="4630"/>
                      <a:pt x="10911" y="9135"/>
                    </a:cubicBezTo>
                    <a:lnTo>
                      <a:pt x="12187" y="8680"/>
                    </a:lnTo>
                    <a:cubicBezTo>
                      <a:pt x="10403" y="3658"/>
                      <a:pt x="5621" y="5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 name="Google Shape;641;p30"/>
            <p:cNvGrpSpPr/>
            <p:nvPr/>
          </p:nvGrpSpPr>
          <p:grpSpPr>
            <a:xfrm>
              <a:off x="-2065431" y="-1404875"/>
              <a:ext cx="4055769" cy="4054532"/>
              <a:chOff x="2452186" y="2028940"/>
              <a:chExt cx="1164848" cy="1164493"/>
            </a:xfrm>
          </p:grpSpPr>
          <p:grpSp>
            <p:nvGrpSpPr>
              <p:cNvPr id="642" name="Google Shape;642;p30"/>
              <p:cNvGrpSpPr/>
              <p:nvPr/>
            </p:nvGrpSpPr>
            <p:grpSpPr>
              <a:xfrm>
                <a:off x="2465589" y="2042407"/>
                <a:ext cx="1138044" cy="1137753"/>
                <a:chOff x="3694250" y="2042407"/>
                <a:chExt cx="1138044" cy="1137753"/>
              </a:xfrm>
            </p:grpSpPr>
            <p:sp>
              <p:nvSpPr>
                <p:cNvPr id="643" name="Google Shape;643;p30"/>
                <p:cNvSpPr/>
                <p:nvPr/>
              </p:nvSpPr>
              <p:spPr>
                <a:xfrm>
                  <a:off x="3719892" y="2068050"/>
                  <a:ext cx="1086468" cy="1086468"/>
                </a:xfrm>
                <a:custGeom>
                  <a:avLst/>
                  <a:gdLst/>
                  <a:ahLst/>
                  <a:cxnLst/>
                  <a:rect l="l" t="t" r="r" b="b"/>
                  <a:pathLst>
                    <a:path w="33642" h="33642" extrusionOk="0">
                      <a:moveTo>
                        <a:pt x="16825" y="63"/>
                      </a:moveTo>
                      <a:cubicBezTo>
                        <a:pt x="26067" y="63"/>
                        <a:pt x="33579" y="7584"/>
                        <a:pt x="33579" y="16826"/>
                      </a:cubicBezTo>
                      <a:cubicBezTo>
                        <a:pt x="33579" y="26059"/>
                        <a:pt x="26067" y="33580"/>
                        <a:pt x="16825" y="33580"/>
                      </a:cubicBezTo>
                      <a:cubicBezTo>
                        <a:pt x="7583" y="33580"/>
                        <a:pt x="71" y="26059"/>
                        <a:pt x="71" y="16826"/>
                      </a:cubicBezTo>
                      <a:cubicBezTo>
                        <a:pt x="71" y="7584"/>
                        <a:pt x="7583" y="63"/>
                        <a:pt x="16825" y="63"/>
                      </a:cubicBezTo>
                      <a:close/>
                      <a:moveTo>
                        <a:pt x="16825" y="1"/>
                      </a:moveTo>
                      <a:cubicBezTo>
                        <a:pt x="12329" y="1"/>
                        <a:pt x="8109" y="1749"/>
                        <a:pt x="4933" y="4925"/>
                      </a:cubicBezTo>
                      <a:cubicBezTo>
                        <a:pt x="1757" y="8101"/>
                        <a:pt x="0" y="12330"/>
                        <a:pt x="0" y="16826"/>
                      </a:cubicBezTo>
                      <a:cubicBezTo>
                        <a:pt x="0" y="21313"/>
                        <a:pt x="1757" y="25542"/>
                        <a:pt x="4933" y="28718"/>
                      </a:cubicBezTo>
                      <a:cubicBezTo>
                        <a:pt x="8109" y="31893"/>
                        <a:pt x="12329" y="33642"/>
                        <a:pt x="16825" y="33642"/>
                      </a:cubicBezTo>
                      <a:cubicBezTo>
                        <a:pt x="21321" y="33642"/>
                        <a:pt x="25541" y="31893"/>
                        <a:pt x="28717" y="28718"/>
                      </a:cubicBezTo>
                      <a:cubicBezTo>
                        <a:pt x="31893" y="25542"/>
                        <a:pt x="33641" y="21313"/>
                        <a:pt x="33641" y="16826"/>
                      </a:cubicBezTo>
                      <a:cubicBezTo>
                        <a:pt x="33641" y="12330"/>
                        <a:pt x="31893" y="8101"/>
                        <a:pt x="28717" y="4925"/>
                      </a:cubicBezTo>
                      <a:cubicBezTo>
                        <a:pt x="25541" y="1749"/>
                        <a:pt x="21321" y="1"/>
                        <a:pt x="16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0"/>
                <p:cNvSpPr/>
                <p:nvPr/>
              </p:nvSpPr>
              <p:spPr>
                <a:xfrm>
                  <a:off x="3694250" y="2042407"/>
                  <a:ext cx="1138044" cy="1137753"/>
                </a:xfrm>
                <a:custGeom>
                  <a:avLst/>
                  <a:gdLst/>
                  <a:ahLst/>
                  <a:cxnLst/>
                  <a:rect l="l" t="t" r="r" b="b"/>
                  <a:pathLst>
                    <a:path w="35239" h="35230" extrusionOk="0">
                      <a:moveTo>
                        <a:pt x="17619" y="63"/>
                      </a:moveTo>
                      <a:cubicBezTo>
                        <a:pt x="27298" y="63"/>
                        <a:pt x="35176" y="7941"/>
                        <a:pt x="35176" y="17620"/>
                      </a:cubicBezTo>
                      <a:cubicBezTo>
                        <a:pt x="35176" y="27299"/>
                        <a:pt x="27298" y="35167"/>
                        <a:pt x="17619" y="35167"/>
                      </a:cubicBezTo>
                      <a:cubicBezTo>
                        <a:pt x="7940" y="35167"/>
                        <a:pt x="63" y="27299"/>
                        <a:pt x="63" y="17620"/>
                      </a:cubicBezTo>
                      <a:cubicBezTo>
                        <a:pt x="63" y="7941"/>
                        <a:pt x="7940" y="63"/>
                        <a:pt x="17619" y="63"/>
                      </a:cubicBezTo>
                      <a:close/>
                      <a:moveTo>
                        <a:pt x="17619" y="1"/>
                      </a:moveTo>
                      <a:cubicBezTo>
                        <a:pt x="12909" y="1"/>
                        <a:pt x="8493" y="1830"/>
                        <a:pt x="5165" y="5157"/>
                      </a:cubicBezTo>
                      <a:cubicBezTo>
                        <a:pt x="1838" y="8485"/>
                        <a:pt x="0" y="12910"/>
                        <a:pt x="0" y="17620"/>
                      </a:cubicBezTo>
                      <a:cubicBezTo>
                        <a:pt x="0" y="22321"/>
                        <a:pt x="1838" y="26746"/>
                        <a:pt x="5165" y="30074"/>
                      </a:cubicBezTo>
                      <a:cubicBezTo>
                        <a:pt x="8493" y="33401"/>
                        <a:pt x="12909" y="35230"/>
                        <a:pt x="17619" y="35230"/>
                      </a:cubicBezTo>
                      <a:cubicBezTo>
                        <a:pt x="22321" y="35230"/>
                        <a:pt x="26745" y="33401"/>
                        <a:pt x="30073" y="30074"/>
                      </a:cubicBezTo>
                      <a:cubicBezTo>
                        <a:pt x="33400" y="26746"/>
                        <a:pt x="35238" y="22321"/>
                        <a:pt x="35238" y="17620"/>
                      </a:cubicBezTo>
                      <a:cubicBezTo>
                        <a:pt x="35238" y="12910"/>
                        <a:pt x="33400" y="8485"/>
                        <a:pt x="30073" y="5157"/>
                      </a:cubicBezTo>
                      <a:cubicBezTo>
                        <a:pt x="26745" y="1830"/>
                        <a:pt x="22321" y="1"/>
                        <a:pt x="176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5" name="Google Shape;645;p30"/>
              <p:cNvSpPr/>
              <p:nvPr/>
            </p:nvSpPr>
            <p:spPr>
              <a:xfrm>
                <a:off x="2452186" y="2028940"/>
                <a:ext cx="1164848" cy="1164493"/>
              </a:xfrm>
              <a:custGeom>
                <a:avLst/>
                <a:gdLst/>
                <a:ahLst/>
                <a:cxnLst/>
                <a:rect l="l" t="t" r="r" b="b"/>
                <a:pathLst>
                  <a:path w="36069" h="36058" extrusionOk="0">
                    <a:moveTo>
                      <a:pt x="18054" y="1"/>
                    </a:moveTo>
                    <a:cubicBezTo>
                      <a:pt x="17903" y="1"/>
                      <a:pt x="17753" y="3"/>
                      <a:pt x="17610" y="8"/>
                    </a:cubicBezTo>
                    <a:cubicBezTo>
                      <a:pt x="17575" y="8"/>
                      <a:pt x="17548" y="34"/>
                      <a:pt x="17548" y="70"/>
                    </a:cubicBezTo>
                    <a:cubicBezTo>
                      <a:pt x="17557" y="106"/>
                      <a:pt x="17584" y="132"/>
                      <a:pt x="17619" y="132"/>
                    </a:cubicBezTo>
                    <a:cubicBezTo>
                      <a:pt x="17721" y="129"/>
                      <a:pt x="17821" y="128"/>
                      <a:pt x="17920" y="128"/>
                    </a:cubicBezTo>
                    <a:cubicBezTo>
                      <a:pt x="18119" y="128"/>
                      <a:pt x="18315" y="132"/>
                      <a:pt x="18512" y="132"/>
                    </a:cubicBezTo>
                    <a:cubicBezTo>
                      <a:pt x="18547" y="132"/>
                      <a:pt x="18574" y="106"/>
                      <a:pt x="18574" y="70"/>
                    </a:cubicBezTo>
                    <a:cubicBezTo>
                      <a:pt x="18574" y="34"/>
                      <a:pt x="18547" y="8"/>
                      <a:pt x="18512" y="8"/>
                    </a:cubicBezTo>
                    <a:cubicBezTo>
                      <a:pt x="18360" y="3"/>
                      <a:pt x="18206" y="1"/>
                      <a:pt x="18054" y="1"/>
                    </a:cubicBezTo>
                    <a:close/>
                    <a:moveTo>
                      <a:pt x="16732" y="50"/>
                    </a:moveTo>
                    <a:cubicBezTo>
                      <a:pt x="16728" y="50"/>
                      <a:pt x="16723" y="51"/>
                      <a:pt x="16718" y="52"/>
                    </a:cubicBezTo>
                    <a:cubicBezTo>
                      <a:pt x="16415" y="70"/>
                      <a:pt x="16121" y="97"/>
                      <a:pt x="15817" y="132"/>
                    </a:cubicBezTo>
                    <a:cubicBezTo>
                      <a:pt x="15791" y="141"/>
                      <a:pt x="15764" y="168"/>
                      <a:pt x="15764" y="195"/>
                    </a:cubicBezTo>
                    <a:lnTo>
                      <a:pt x="15764" y="204"/>
                    </a:lnTo>
                    <a:cubicBezTo>
                      <a:pt x="15773" y="239"/>
                      <a:pt x="15800" y="266"/>
                      <a:pt x="15826" y="266"/>
                    </a:cubicBezTo>
                    <a:lnTo>
                      <a:pt x="15835" y="266"/>
                    </a:lnTo>
                    <a:cubicBezTo>
                      <a:pt x="16130" y="231"/>
                      <a:pt x="16433" y="195"/>
                      <a:pt x="16727" y="177"/>
                    </a:cubicBezTo>
                    <a:cubicBezTo>
                      <a:pt x="16763" y="177"/>
                      <a:pt x="16781" y="150"/>
                      <a:pt x="16781" y="115"/>
                    </a:cubicBezTo>
                    <a:lnTo>
                      <a:pt x="16781" y="106"/>
                    </a:lnTo>
                    <a:cubicBezTo>
                      <a:pt x="16781" y="75"/>
                      <a:pt x="16761" y="50"/>
                      <a:pt x="16732" y="50"/>
                    </a:cubicBezTo>
                    <a:close/>
                    <a:moveTo>
                      <a:pt x="19413" y="52"/>
                    </a:moveTo>
                    <a:cubicBezTo>
                      <a:pt x="19377" y="52"/>
                      <a:pt x="19341" y="79"/>
                      <a:pt x="19341" y="115"/>
                    </a:cubicBezTo>
                    <a:cubicBezTo>
                      <a:pt x="19341" y="150"/>
                      <a:pt x="19368" y="177"/>
                      <a:pt x="19395" y="177"/>
                    </a:cubicBezTo>
                    <a:lnTo>
                      <a:pt x="19404" y="177"/>
                    </a:lnTo>
                    <a:cubicBezTo>
                      <a:pt x="19404" y="186"/>
                      <a:pt x="19404" y="186"/>
                      <a:pt x="19404" y="186"/>
                    </a:cubicBezTo>
                    <a:cubicBezTo>
                      <a:pt x="19698" y="204"/>
                      <a:pt x="19992" y="231"/>
                      <a:pt x="20287" y="266"/>
                    </a:cubicBezTo>
                    <a:cubicBezTo>
                      <a:pt x="20296" y="266"/>
                      <a:pt x="20296" y="275"/>
                      <a:pt x="20296" y="275"/>
                    </a:cubicBezTo>
                    <a:cubicBezTo>
                      <a:pt x="20331" y="275"/>
                      <a:pt x="20358" y="248"/>
                      <a:pt x="20358" y="213"/>
                    </a:cubicBezTo>
                    <a:cubicBezTo>
                      <a:pt x="20358" y="213"/>
                      <a:pt x="20358" y="213"/>
                      <a:pt x="20358" y="204"/>
                    </a:cubicBezTo>
                    <a:cubicBezTo>
                      <a:pt x="20358" y="177"/>
                      <a:pt x="20340" y="150"/>
                      <a:pt x="20305" y="141"/>
                    </a:cubicBezTo>
                    <a:cubicBezTo>
                      <a:pt x="20010" y="106"/>
                      <a:pt x="19707" y="79"/>
                      <a:pt x="19413" y="52"/>
                    </a:cubicBezTo>
                    <a:close/>
                    <a:moveTo>
                      <a:pt x="14948" y="265"/>
                    </a:moveTo>
                    <a:cubicBezTo>
                      <a:pt x="14944" y="265"/>
                      <a:pt x="14939" y="265"/>
                      <a:pt x="14934" y="266"/>
                    </a:cubicBezTo>
                    <a:cubicBezTo>
                      <a:pt x="14640" y="320"/>
                      <a:pt x="14345" y="373"/>
                      <a:pt x="14051" y="445"/>
                    </a:cubicBezTo>
                    <a:cubicBezTo>
                      <a:pt x="14024" y="454"/>
                      <a:pt x="13997" y="471"/>
                      <a:pt x="13997" y="507"/>
                    </a:cubicBezTo>
                    <a:cubicBezTo>
                      <a:pt x="13997" y="507"/>
                      <a:pt x="14006" y="516"/>
                      <a:pt x="14006" y="516"/>
                    </a:cubicBezTo>
                    <a:cubicBezTo>
                      <a:pt x="14006" y="552"/>
                      <a:pt x="14033" y="570"/>
                      <a:pt x="14069" y="570"/>
                    </a:cubicBezTo>
                    <a:lnTo>
                      <a:pt x="14078" y="570"/>
                    </a:lnTo>
                    <a:cubicBezTo>
                      <a:pt x="14372" y="507"/>
                      <a:pt x="14667" y="445"/>
                      <a:pt x="14952" y="391"/>
                    </a:cubicBezTo>
                    <a:cubicBezTo>
                      <a:pt x="14988" y="391"/>
                      <a:pt x="15006" y="364"/>
                      <a:pt x="15006" y="329"/>
                    </a:cubicBezTo>
                    <a:cubicBezTo>
                      <a:pt x="15006" y="329"/>
                      <a:pt x="15006" y="320"/>
                      <a:pt x="15006" y="320"/>
                    </a:cubicBezTo>
                    <a:cubicBezTo>
                      <a:pt x="15006" y="289"/>
                      <a:pt x="14979" y="265"/>
                      <a:pt x="14948" y="265"/>
                    </a:cubicBezTo>
                    <a:close/>
                    <a:moveTo>
                      <a:pt x="21197" y="275"/>
                    </a:moveTo>
                    <a:cubicBezTo>
                      <a:pt x="21161" y="275"/>
                      <a:pt x="21125" y="293"/>
                      <a:pt x="21116" y="329"/>
                    </a:cubicBezTo>
                    <a:cubicBezTo>
                      <a:pt x="21116" y="329"/>
                      <a:pt x="21116" y="338"/>
                      <a:pt x="21116" y="338"/>
                    </a:cubicBezTo>
                    <a:cubicBezTo>
                      <a:pt x="21116" y="373"/>
                      <a:pt x="21143" y="400"/>
                      <a:pt x="21170" y="400"/>
                    </a:cubicBezTo>
                    <a:cubicBezTo>
                      <a:pt x="21464" y="454"/>
                      <a:pt x="21750" y="516"/>
                      <a:pt x="22035" y="578"/>
                    </a:cubicBezTo>
                    <a:lnTo>
                      <a:pt x="22062" y="578"/>
                    </a:lnTo>
                    <a:cubicBezTo>
                      <a:pt x="22089" y="578"/>
                      <a:pt x="22116" y="561"/>
                      <a:pt x="22125" y="534"/>
                    </a:cubicBezTo>
                    <a:cubicBezTo>
                      <a:pt x="22125" y="525"/>
                      <a:pt x="22125" y="525"/>
                      <a:pt x="22125" y="516"/>
                    </a:cubicBezTo>
                    <a:cubicBezTo>
                      <a:pt x="22125" y="489"/>
                      <a:pt x="22107" y="463"/>
                      <a:pt x="22071" y="454"/>
                    </a:cubicBezTo>
                    <a:cubicBezTo>
                      <a:pt x="21786" y="391"/>
                      <a:pt x="21491" y="329"/>
                      <a:pt x="21197" y="275"/>
                    </a:cubicBezTo>
                    <a:close/>
                    <a:moveTo>
                      <a:pt x="13191" y="657"/>
                    </a:moveTo>
                    <a:cubicBezTo>
                      <a:pt x="13186" y="657"/>
                      <a:pt x="13182" y="658"/>
                      <a:pt x="13177" y="659"/>
                    </a:cubicBezTo>
                    <a:cubicBezTo>
                      <a:pt x="12891" y="739"/>
                      <a:pt x="12606" y="828"/>
                      <a:pt x="12320" y="926"/>
                    </a:cubicBezTo>
                    <a:cubicBezTo>
                      <a:pt x="12294" y="935"/>
                      <a:pt x="12276" y="962"/>
                      <a:pt x="12276" y="989"/>
                    </a:cubicBezTo>
                    <a:cubicBezTo>
                      <a:pt x="12276" y="998"/>
                      <a:pt x="12276" y="998"/>
                      <a:pt x="12276" y="1007"/>
                    </a:cubicBezTo>
                    <a:cubicBezTo>
                      <a:pt x="12285" y="1033"/>
                      <a:pt x="12311" y="1051"/>
                      <a:pt x="12338" y="1051"/>
                    </a:cubicBezTo>
                    <a:lnTo>
                      <a:pt x="12365" y="1051"/>
                    </a:lnTo>
                    <a:cubicBezTo>
                      <a:pt x="12641" y="953"/>
                      <a:pt x="12927" y="864"/>
                      <a:pt x="13212" y="784"/>
                    </a:cubicBezTo>
                    <a:cubicBezTo>
                      <a:pt x="13239" y="784"/>
                      <a:pt x="13257" y="757"/>
                      <a:pt x="13257" y="721"/>
                    </a:cubicBezTo>
                    <a:cubicBezTo>
                      <a:pt x="13266" y="721"/>
                      <a:pt x="13257" y="712"/>
                      <a:pt x="13257" y="703"/>
                    </a:cubicBezTo>
                    <a:cubicBezTo>
                      <a:pt x="13249" y="680"/>
                      <a:pt x="13221" y="657"/>
                      <a:pt x="13191" y="657"/>
                    </a:cubicBezTo>
                    <a:close/>
                    <a:moveTo>
                      <a:pt x="22927" y="674"/>
                    </a:moveTo>
                    <a:cubicBezTo>
                      <a:pt x="22898" y="674"/>
                      <a:pt x="22872" y="692"/>
                      <a:pt x="22865" y="721"/>
                    </a:cubicBezTo>
                    <a:cubicBezTo>
                      <a:pt x="22865" y="730"/>
                      <a:pt x="22865" y="730"/>
                      <a:pt x="22865" y="739"/>
                    </a:cubicBezTo>
                    <a:cubicBezTo>
                      <a:pt x="22865" y="766"/>
                      <a:pt x="22874" y="784"/>
                      <a:pt x="22892" y="793"/>
                    </a:cubicBezTo>
                    <a:lnTo>
                      <a:pt x="22910" y="802"/>
                    </a:lnTo>
                    <a:cubicBezTo>
                      <a:pt x="23195" y="882"/>
                      <a:pt x="23481" y="971"/>
                      <a:pt x="23766" y="1069"/>
                    </a:cubicBezTo>
                    <a:lnTo>
                      <a:pt x="23784" y="1069"/>
                    </a:lnTo>
                    <a:cubicBezTo>
                      <a:pt x="23811" y="1069"/>
                      <a:pt x="23837" y="1051"/>
                      <a:pt x="23846" y="1025"/>
                    </a:cubicBezTo>
                    <a:cubicBezTo>
                      <a:pt x="23846" y="1016"/>
                      <a:pt x="23846" y="1016"/>
                      <a:pt x="23846" y="1007"/>
                    </a:cubicBezTo>
                    <a:cubicBezTo>
                      <a:pt x="23846" y="980"/>
                      <a:pt x="23828" y="953"/>
                      <a:pt x="23802" y="944"/>
                    </a:cubicBezTo>
                    <a:cubicBezTo>
                      <a:pt x="23516" y="846"/>
                      <a:pt x="23231" y="757"/>
                      <a:pt x="22945" y="677"/>
                    </a:cubicBezTo>
                    <a:cubicBezTo>
                      <a:pt x="22939" y="675"/>
                      <a:pt x="22933" y="674"/>
                      <a:pt x="22927" y="674"/>
                    </a:cubicBezTo>
                    <a:close/>
                    <a:moveTo>
                      <a:pt x="11492" y="1227"/>
                    </a:moveTo>
                    <a:cubicBezTo>
                      <a:pt x="11485" y="1227"/>
                      <a:pt x="11479" y="1228"/>
                      <a:pt x="11473" y="1230"/>
                    </a:cubicBezTo>
                    <a:cubicBezTo>
                      <a:pt x="11196" y="1346"/>
                      <a:pt x="10920" y="1462"/>
                      <a:pt x="10643" y="1578"/>
                    </a:cubicBezTo>
                    <a:cubicBezTo>
                      <a:pt x="10616" y="1595"/>
                      <a:pt x="10607" y="1613"/>
                      <a:pt x="10607" y="1640"/>
                    </a:cubicBezTo>
                    <a:cubicBezTo>
                      <a:pt x="10607" y="1649"/>
                      <a:pt x="10607" y="1658"/>
                      <a:pt x="10607" y="1667"/>
                    </a:cubicBezTo>
                    <a:cubicBezTo>
                      <a:pt x="10625" y="1694"/>
                      <a:pt x="10643" y="1703"/>
                      <a:pt x="10670" y="1703"/>
                    </a:cubicBezTo>
                    <a:lnTo>
                      <a:pt x="10697" y="1703"/>
                    </a:lnTo>
                    <a:cubicBezTo>
                      <a:pt x="10964" y="1578"/>
                      <a:pt x="11241" y="1462"/>
                      <a:pt x="11517" y="1355"/>
                    </a:cubicBezTo>
                    <a:cubicBezTo>
                      <a:pt x="11544" y="1346"/>
                      <a:pt x="11562" y="1319"/>
                      <a:pt x="11562" y="1292"/>
                    </a:cubicBezTo>
                    <a:cubicBezTo>
                      <a:pt x="11562" y="1283"/>
                      <a:pt x="11562" y="1274"/>
                      <a:pt x="11553" y="1265"/>
                    </a:cubicBezTo>
                    <a:cubicBezTo>
                      <a:pt x="11546" y="1243"/>
                      <a:pt x="11520" y="1227"/>
                      <a:pt x="11492" y="1227"/>
                    </a:cubicBezTo>
                    <a:close/>
                    <a:moveTo>
                      <a:pt x="24621" y="1249"/>
                    </a:moveTo>
                    <a:cubicBezTo>
                      <a:pt x="24596" y="1249"/>
                      <a:pt x="24575" y="1266"/>
                      <a:pt x="24569" y="1292"/>
                    </a:cubicBezTo>
                    <a:cubicBezTo>
                      <a:pt x="24560" y="1292"/>
                      <a:pt x="24560" y="1301"/>
                      <a:pt x="24560" y="1310"/>
                    </a:cubicBezTo>
                    <a:cubicBezTo>
                      <a:pt x="24560" y="1337"/>
                      <a:pt x="24578" y="1364"/>
                      <a:pt x="24605" y="1372"/>
                    </a:cubicBezTo>
                    <a:cubicBezTo>
                      <a:pt x="24872" y="1479"/>
                      <a:pt x="25149" y="1595"/>
                      <a:pt x="25425" y="1720"/>
                    </a:cubicBezTo>
                    <a:cubicBezTo>
                      <a:pt x="25425" y="1720"/>
                      <a:pt x="25434" y="1729"/>
                      <a:pt x="25443" y="1729"/>
                    </a:cubicBezTo>
                    <a:cubicBezTo>
                      <a:pt x="25470" y="1729"/>
                      <a:pt x="25497" y="1711"/>
                      <a:pt x="25506" y="1685"/>
                    </a:cubicBezTo>
                    <a:cubicBezTo>
                      <a:pt x="25506" y="1676"/>
                      <a:pt x="25515" y="1667"/>
                      <a:pt x="25515" y="1658"/>
                    </a:cubicBezTo>
                    <a:cubicBezTo>
                      <a:pt x="25515" y="1640"/>
                      <a:pt x="25497" y="1613"/>
                      <a:pt x="25479" y="1604"/>
                    </a:cubicBezTo>
                    <a:cubicBezTo>
                      <a:pt x="25202" y="1479"/>
                      <a:pt x="24926" y="1364"/>
                      <a:pt x="24649" y="1256"/>
                    </a:cubicBezTo>
                    <a:cubicBezTo>
                      <a:pt x="24640" y="1252"/>
                      <a:pt x="24630" y="1249"/>
                      <a:pt x="24621" y="1249"/>
                    </a:cubicBezTo>
                    <a:close/>
                    <a:moveTo>
                      <a:pt x="9857" y="1963"/>
                    </a:moveTo>
                    <a:cubicBezTo>
                      <a:pt x="9848" y="1963"/>
                      <a:pt x="9839" y="1965"/>
                      <a:pt x="9831" y="1970"/>
                    </a:cubicBezTo>
                    <a:cubicBezTo>
                      <a:pt x="9564" y="2104"/>
                      <a:pt x="9296" y="2256"/>
                      <a:pt x="9037" y="2398"/>
                    </a:cubicBezTo>
                    <a:cubicBezTo>
                      <a:pt x="9020" y="2416"/>
                      <a:pt x="9011" y="2434"/>
                      <a:pt x="9011" y="2461"/>
                    </a:cubicBezTo>
                    <a:cubicBezTo>
                      <a:pt x="9011" y="2470"/>
                      <a:pt x="9011" y="2479"/>
                      <a:pt x="9020" y="2488"/>
                    </a:cubicBezTo>
                    <a:cubicBezTo>
                      <a:pt x="9028" y="2505"/>
                      <a:pt x="9046" y="2523"/>
                      <a:pt x="9073" y="2523"/>
                    </a:cubicBezTo>
                    <a:cubicBezTo>
                      <a:pt x="9082" y="2523"/>
                      <a:pt x="9091" y="2514"/>
                      <a:pt x="9109" y="2514"/>
                    </a:cubicBezTo>
                    <a:cubicBezTo>
                      <a:pt x="9359" y="2363"/>
                      <a:pt x="9626" y="2220"/>
                      <a:pt x="9894" y="2086"/>
                    </a:cubicBezTo>
                    <a:cubicBezTo>
                      <a:pt x="9912" y="2077"/>
                      <a:pt x="9929" y="2050"/>
                      <a:pt x="9929" y="2033"/>
                    </a:cubicBezTo>
                    <a:cubicBezTo>
                      <a:pt x="9929" y="2015"/>
                      <a:pt x="9921" y="2006"/>
                      <a:pt x="9921" y="1997"/>
                    </a:cubicBezTo>
                    <a:cubicBezTo>
                      <a:pt x="9908" y="1978"/>
                      <a:pt x="9881" y="1963"/>
                      <a:pt x="9857" y="1963"/>
                    </a:cubicBezTo>
                    <a:close/>
                    <a:moveTo>
                      <a:pt x="26251" y="1988"/>
                    </a:moveTo>
                    <a:cubicBezTo>
                      <a:pt x="26228" y="1988"/>
                      <a:pt x="26204" y="2000"/>
                      <a:pt x="26193" y="2024"/>
                    </a:cubicBezTo>
                    <a:cubicBezTo>
                      <a:pt x="26193" y="2033"/>
                      <a:pt x="26193" y="2042"/>
                      <a:pt x="26193" y="2050"/>
                    </a:cubicBezTo>
                    <a:cubicBezTo>
                      <a:pt x="26193" y="2077"/>
                      <a:pt x="26201" y="2095"/>
                      <a:pt x="26219" y="2104"/>
                    </a:cubicBezTo>
                    <a:cubicBezTo>
                      <a:pt x="26228" y="2104"/>
                      <a:pt x="26228" y="2113"/>
                      <a:pt x="26228" y="2113"/>
                    </a:cubicBezTo>
                    <a:cubicBezTo>
                      <a:pt x="26487" y="2247"/>
                      <a:pt x="26755" y="2389"/>
                      <a:pt x="27004" y="2532"/>
                    </a:cubicBezTo>
                    <a:cubicBezTo>
                      <a:pt x="27013" y="2541"/>
                      <a:pt x="27022" y="2541"/>
                      <a:pt x="27040" y="2541"/>
                    </a:cubicBezTo>
                    <a:cubicBezTo>
                      <a:pt x="27058" y="2541"/>
                      <a:pt x="27085" y="2532"/>
                      <a:pt x="27094" y="2514"/>
                    </a:cubicBezTo>
                    <a:cubicBezTo>
                      <a:pt x="27102" y="2505"/>
                      <a:pt x="27102" y="2488"/>
                      <a:pt x="27102" y="2479"/>
                    </a:cubicBezTo>
                    <a:cubicBezTo>
                      <a:pt x="27102" y="2461"/>
                      <a:pt x="27085" y="2434"/>
                      <a:pt x="27067" y="2425"/>
                    </a:cubicBezTo>
                    <a:cubicBezTo>
                      <a:pt x="26808" y="2273"/>
                      <a:pt x="26540" y="2131"/>
                      <a:pt x="26282" y="1997"/>
                    </a:cubicBezTo>
                    <a:cubicBezTo>
                      <a:pt x="26273" y="1991"/>
                      <a:pt x="26262" y="1988"/>
                      <a:pt x="26251" y="1988"/>
                    </a:cubicBezTo>
                    <a:close/>
                    <a:moveTo>
                      <a:pt x="8307" y="2862"/>
                    </a:moveTo>
                    <a:cubicBezTo>
                      <a:pt x="8295" y="2862"/>
                      <a:pt x="8283" y="2865"/>
                      <a:pt x="8270" y="2871"/>
                    </a:cubicBezTo>
                    <a:cubicBezTo>
                      <a:pt x="8020" y="3032"/>
                      <a:pt x="7771" y="3201"/>
                      <a:pt x="7530" y="3380"/>
                    </a:cubicBezTo>
                    <a:lnTo>
                      <a:pt x="7521" y="3380"/>
                    </a:lnTo>
                    <a:cubicBezTo>
                      <a:pt x="7512" y="3398"/>
                      <a:pt x="7503" y="3415"/>
                      <a:pt x="7503" y="3433"/>
                    </a:cubicBezTo>
                    <a:cubicBezTo>
                      <a:pt x="7503" y="3442"/>
                      <a:pt x="7503" y="3460"/>
                      <a:pt x="7512" y="3469"/>
                    </a:cubicBezTo>
                    <a:cubicBezTo>
                      <a:pt x="7530" y="3487"/>
                      <a:pt x="7548" y="3496"/>
                      <a:pt x="7565" y="3496"/>
                    </a:cubicBezTo>
                    <a:cubicBezTo>
                      <a:pt x="7583" y="3496"/>
                      <a:pt x="7592" y="3487"/>
                      <a:pt x="7601" y="3478"/>
                    </a:cubicBezTo>
                    <a:lnTo>
                      <a:pt x="7610" y="3478"/>
                    </a:lnTo>
                    <a:cubicBezTo>
                      <a:pt x="7842" y="3308"/>
                      <a:pt x="8092" y="3139"/>
                      <a:pt x="8342" y="2978"/>
                    </a:cubicBezTo>
                    <a:cubicBezTo>
                      <a:pt x="8359" y="2969"/>
                      <a:pt x="8368" y="2943"/>
                      <a:pt x="8368" y="2925"/>
                    </a:cubicBezTo>
                    <a:cubicBezTo>
                      <a:pt x="8368" y="2916"/>
                      <a:pt x="8368" y="2898"/>
                      <a:pt x="8359" y="2889"/>
                    </a:cubicBezTo>
                    <a:cubicBezTo>
                      <a:pt x="8348" y="2872"/>
                      <a:pt x="8329" y="2862"/>
                      <a:pt x="8307" y="2862"/>
                    </a:cubicBezTo>
                    <a:close/>
                    <a:moveTo>
                      <a:pt x="27797" y="2882"/>
                    </a:moveTo>
                    <a:cubicBezTo>
                      <a:pt x="27776" y="2882"/>
                      <a:pt x="27756" y="2894"/>
                      <a:pt x="27745" y="2916"/>
                    </a:cubicBezTo>
                    <a:cubicBezTo>
                      <a:pt x="27736" y="2925"/>
                      <a:pt x="27736" y="2934"/>
                      <a:pt x="27736" y="2951"/>
                    </a:cubicBezTo>
                    <a:cubicBezTo>
                      <a:pt x="27736" y="2969"/>
                      <a:pt x="27745" y="2987"/>
                      <a:pt x="27754" y="2996"/>
                    </a:cubicBezTo>
                    <a:lnTo>
                      <a:pt x="27763" y="3005"/>
                    </a:lnTo>
                    <a:cubicBezTo>
                      <a:pt x="28012" y="3166"/>
                      <a:pt x="28262" y="3335"/>
                      <a:pt x="28503" y="3505"/>
                    </a:cubicBezTo>
                    <a:cubicBezTo>
                      <a:pt x="28512" y="3513"/>
                      <a:pt x="28521" y="3513"/>
                      <a:pt x="28539" y="3513"/>
                    </a:cubicBezTo>
                    <a:cubicBezTo>
                      <a:pt x="28557" y="3513"/>
                      <a:pt x="28574" y="3505"/>
                      <a:pt x="28592" y="3487"/>
                    </a:cubicBezTo>
                    <a:cubicBezTo>
                      <a:pt x="28601" y="3478"/>
                      <a:pt x="28601" y="3469"/>
                      <a:pt x="28601" y="3451"/>
                    </a:cubicBezTo>
                    <a:cubicBezTo>
                      <a:pt x="28601" y="3433"/>
                      <a:pt x="28592" y="3415"/>
                      <a:pt x="28574" y="3398"/>
                    </a:cubicBezTo>
                    <a:cubicBezTo>
                      <a:pt x="28334" y="3228"/>
                      <a:pt x="28084" y="3059"/>
                      <a:pt x="27834" y="2898"/>
                    </a:cubicBezTo>
                    <a:cubicBezTo>
                      <a:pt x="27823" y="2887"/>
                      <a:pt x="27810" y="2882"/>
                      <a:pt x="27797" y="2882"/>
                    </a:cubicBezTo>
                    <a:close/>
                    <a:moveTo>
                      <a:pt x="6853" y="3908"/>
                    </a:moveTo>
                    <a:cubicBezTo>
                      <a:pt x="6840" y="3908"/>
                      <a:pt x="6827" y="3913"/>
                      <a:pt x="6816" y="3924"/>
                    </a:cubicBezTo>
                    <a:cubicBezTo>
                      <a:pt x="6575" y="4102"/>
                      <a:pt x="6343" y="4299"/>
                      <a:pt x="6120" y="4495"/>
                    </a:cubicBezTo>
                    <a:cubicBezTo>
                      <a:pt x="6111" y="4513"/>
                      <a:pt x="6102" y="4530"/>
                      <a:pt x="6102" y="4548"/>
                    </a:cubicBezTo>
                    <a:cubicBezTo>
                      <a:pt x="6102" y="4557"/>
                      <a:pt x="6102" y="4575"/>
                      <a:pt x="6120" y="4584"/>
                    </a:cubicBezTo>
                    <a:cubicBezTo>
                      <a:pt x="6129" y="4602"/>
                      <a:pt x="6147" y="4611"/>
                      <a:pt x="6165" y="4611"/>
                    </a:cubicBezTo>
                    <a:cubicBezTo>
                      <a:pt x="6183" y="4611"/>
                      <a:pt x="6192" y="4602"/>
                      <a:pt x="6209" y="4593"/>
                    </a:cubicBezTo>
                    <a:cubicBezTo>
                      <a:pt x="6432" y="4397"/>
                      <a:pt x="6664" y="4200"/>
                      <a:pt x="6887" y="4022"/>
                    </a:cubicBezTo>
                    <a:cubicBezTo>
                      <a:pt x="6905" y="4004"/>
                      <a:pt x="6914" y="3986"/>
                      <a:pt x="6914" y="3968"/>
                    </a:cubicBezTo>
                    <a:cubicBezTo>
                      <a:pt x="6914" y="3951"/>
                      <a:pt x="6914" y="3942"/>
                      <a:pt x="6905" y="3933"/>
                    </a:cubicBezTo>
                    <a:cubicBezTo>
                      <a:pt x="6890" y="3917"/>
                      <a:pt x="6871" y="3908"/>
                      <a:pt x="6853" y="3908"/>
                    </a:cubicBezTo>
                    <a:close/>
                    <a:moveTo>
                      <a:pt x="29255" y="3932"/>
                    </a:moveTo>
                    <a:cubicBezTo>
                      <a:pt x="29235" y="3932"/>
                      <a:pt x="29215" y="3940"/>
                      <a:pt x="29199" y="3951"/>
                    </a:cubicBezTo>
                    <a:cubicBezTo>
                      <a:pt x="29190" y="3968"/>
                      <a:pt x="29190" y="3977"/>
                      <a:pt x="29190" y="3995"/>
                    </a:cubicBezTo>
                    <a:cubicBezTo>
                      <a:pt x="29190" y="4013"/>
                      <a:pt x="29199" y="4031"/>
                      <a:pt x="29208" y="4049"/>
                    </a:cubicBezTo>
                    <a:cubicBezTo>
                      <a:pt x="29440" y="4227"/>
                      <a:pt x="29672" y="4423"/>
                      <a:pt x="29895" y="4620"/>
                    </a:cubicBezTo>
                    <a:cubicBezTo>
                      <a:pt x="29904" y="4629"/>
                      <a:pt x="29922" y="4638"/>
                      <a:pt x="29939" y="4638"/>
                    </a:cubicBezTo>
                    <a:cubicBezTo>
                      <a:pt x="29957" y="4638"/>
                      <a:pt x="29975" y="4629"/>
                      <a:pt x="29984" y="4611"/>
                    </a:cubicBezTo>
                    <a:cubicBezTo>
                      <a:pt x="29993" y="4602"/>
                      <a:pt x="30002" y="4584"/>
                      <a:pt x="30002" y="4575"/>
                    </a:cubicBezTo>
                    <a:cubicBezTo>
                      <a:pt x="30002" y="4557"/>
                      <a:pt x="29993" y="4539"/>
                      <a:pt x="29975" y="4522"/>
                    </a:cubicBezTo>
                    <a:cubicBezTo>
                      <a:pt x="29752" y="4325"/>
                      <a:pt x="29529" y="4129"/>
                      <a:pt x="29297" y="3951"/>
                    </a:cubicBezTo>
                    <a:cubicBezTo>
                      <a:pt x="29288" y="3942"/>
                      <a:pt x="29288" y="3942"/>
                      <a:pt x="29288" y="3942"/>
                    </a:cubicBezTo>
                    <a:cubicBezTo>
                      <a:pt x="29278" y="3935"/>
                      <a:pt x="29266" y="3932"/>
                      <a:pt x="29255" y="3932"/>
                    </a:cubicBezTo>
                    <a:close/>
                    <a:moveTo>
                      <a:pt x="5509" y="5090"/>
                    </a:moveTo>
                    <a:cubicBezTo>
                      <a:pt x="5491" y="5090"/>
                      <a:pt x="5473" y="5097"/>
                      <a:pt x="5460" y="5110"/>
                    </a:cubicBezTo>
                    <a:cubicBezTo>
                      <a:pt x="5246" y="5316"/>
                      <a:pt x="5041" y="5530"/>
                      <a:pt x="4836" y="5753"/>
                    </a:cubicBezTo>
                    <a:cubicBezTo>
                      <a:pt x="4827" y="5762"/>
                      <a:pt x="4818" y="5779"/>
                      <a:pt x="4818" y="5797"/>
                    </a:cubicBezTo>
                    <a:cubicBezTo>
                      <a:pt x="4818" y="5815"/>
                      <a:pt x="4827" y="5833"/>
                      <a:pt x="4836" y="5842"/>
                    </a:cubicBezTo>
                    <a:cubicBezTo>
                      <a:pt x="4853" y="5851"/>
                      <a:pt x="4862" y="5860"/>
                      <a:pt x="4880" y="5860"/>
                    </a:cubicBezTo>
                    <a:cubicBezTo>
                      <a:pt x="4898" y="5860"/>
                      <a:pt x="4916" y="5851"/>
                      <a:pt x="4925" y="5842"/>
                    </a:cubicBezTo>
                    <a:cubicBezTo>
                      <a:pt x="5130" y="5619"/>
                      <a:pt x="5344" y="5405"/>
                      <a:pt x="5549" y="5200"/>
                    </a:cubicBezTo>
                    <a:cubicBezTo>
                      <a:pt x="5567" y="5191"/>
                      <a:pt x="5576" y="5173"/>
                      <a:pt x="5576" y="5155"/>
                    </a:cubicBezTo>
                    <a:cubicBezTo>
                      <a:pt x="5576" y="5137"/>
                      <a:pt x="5567" y="5119"/>
                      <a:pt x="5558" y="5110"/>
                    </a:cubicBezTo>
                    <a:cubicBezTo>
                      <a:pt x="5545" y="5097"/>
                      <a:pt x="5527" y="5090"/>
                      <a:pt x="5509" y="5090"/>
                    </a:cubicBezTo>
                    <a:close/>
                    <a:moveTo>
                      <a:pt x="30591" y="5117"/>
                    </a:moveTo>
                    <a:cubicBezTo>
                      <a:pt x="30575" y="5117"/>
                      <a:pt x="30559" y="5124"/>
                      <a:pt x="30546" y="5137"/>
                    </a:cubicBezTo>
                    <a:cubicBezTo>
                      <a:pt x="30537" y="5146"/>
                      <a:pt x="30528" y="5164"/>
                      <a:pt x="30528" y="5182"/>
                    </a:cubicBezTo>
                    <a:cubicBezTo>
                      <a:pt x="30528" y="5200"/>
                      <a:pt x="30537" y="5217"/>
                      <a:pt x="30546" y="5226"/>
                    </a:cubicBezTo>
                    <a:cubicBezTo>
                      <a:pt x="30760" y="5432"/>
                      <a:pt x="30965" y="5655"/>
                      <a:pt x="31170" y="5869"/>
                    </a:cubicBezTo>
                    <a:cubicBezTo>
                      <a:pt x="31179" y="5878"/>
                      <a:pt x="31197" y="5886"/>
                      <a:pt x="31215" y="5886"/>
                    </a:cubicBezTo>
                    <a:cubicBezTo>
                      <a:pt x="31233" y="5886"/>
                      <a:pt x="31251" y="5878"/>
                      <a:pt x="31260" y="5869"/>
                    </a:cubicBezTo>
                    <a:cubicBezTo>
                      <a:pt x="31278" y="5860"/>
                      <a:pt x="31278" y="5842"/>
                      <a:pt x="31278" y="5824"/>
                    </a:cubicBezTo>
                    <a:cubicBezTo>
                      <a:pt x="31278" y="5806"/>
                      <a:pt x="31278" y="5788"/>
                      <a:pt x="31269" y="5779"/>
                    </a:cubicBezTo>
                    <a:cubicBezTo>
                      <a:pt x="31063" y="5565"/>
                      <a:pt x="30849" y="5342"/>
                      <a:pt x="30635" y="5137"/>
                    </a:cubicBezTo>
                    <a:cubicBezTo>
                      <a:pt x="30622" y="5124"/>
                      <a:pt x="30606" y="5117"/>
                      <a:pt x="30591" y="5117"/>
                    </a:cubicBezTo>
                    <a:close/>
                    <a:moveTo>
                      <a:pt x="4287" y="6400"/>
                    </a:moveTo>
                    <a:cubicBezTo>
                      <a:pt x="4270" y="6400"/>
                      <a:pt x="4253" y="6407"/>
                      <a:pt x="4238" y="6422"/>
                    </a:cubicBezTo>
                    <a:cubicBezTo>
                      <a:pt x="4050" y="6654"/>
                      <a:pt x="3854" y="6886"/>
                      <a:pt x="3676" y="7126"/>
                    </a:cubicBezTo>
                    <a:cubicBezTo>
                      <a:pt x="3667" y="7135"/>
                      <a:pt x="3667" y="7144"/>
                      <a:pt x="3667" y="7162"/>
                    </a:cubicBezTo>
                    <a:cubicBezTo>
                      <a:pt x="3667" y="7180"/>
                      <a:pt x="3676" y="7198"/>
                      <a:pt x="3685" y="7216"/>
                    </a:cubicBezTo>
                    <a:cubicBezTo>
                      <a:pt x="3703" y="7225"/>
                      <a:pt x="3711" y="7225"/>
                      <a:pt x="3729" y="7225"/>
                    </a:cubicBezTo>
                    <a:cubicBezTo>
                      <a:pt x="3747" y="7225"/>
                      <a:pt x="3765" y="7216"/>
                      <a:pt x="3783" y="7207"/>
                    </a:cubicBezTo>
                    <a:cubicBezTo>
                      <a:pt x="3952" y="6966"/>
                      <a:pt x="4140" y="6734"/>
                      <a:pt x="4336" y="6511"/>
                    </a:cubicBezTo>
                    <a:lnTo>
                      <a:pt x="4336" y="6502"/>
                    </a:lnTo>
                    <a:cubicBezTo>
                      <a:pt x="4345" y="6493"/>
                      <a:pt x="4354" y="6484"/>
                      <a:pt x="4354" y="6466"/>
                    </a:cubicBezTo>
                    <a:cubicBezTo>
                      <a:pt x="4354" y="6448"/>
                      <a:pt x="4345" y="6431"/>
                      <a:pt x="4327" y="6413"/>
                    </a:cubicBezTo>
                    <a:cubicBezTo>
                      <a:pt x="4315" y="6405"/>
                      <a:pt x="4301" y="6400"/>
                      <a:pt x="4287" y="6400"/>
                    </a:cubicBezTo>
                    <a:close/>
                    <a:moveTo>
                      <a:pt x="31808" y="6432"/>
                    </a:moveTo>
                    <a:cubicBezTo>
                      <a:pt x="31794" y="6432"/>
                      <a:pt x="31779" y="6437"/>
                      <a:pt x="31768" y="6448"/>
                    </a:cubicBezTo>
                    <a:cubicBezTo>
                      <a:pt x="31750" y="6457"/>
                      <a:pt x="31741" y="6475"/>
                      <a:pt x="31741" y="6493"/>
                    </a:cubicBezTo>
                    <a:cubicBezTo>
                      <a:pt x="31741" y="6511"/>
                      <a:pt x="31750" y="6529"/>
                      <a:pt x="31759" y="6538"/>
                    </a:cubicBezTo>
                    <a:cubicBezTo>
                      <a:pt x="31956" y="6761"/>
                      <a:pt x="32134" y="7002"/>
                      <a:pt x="32312" y="7234"/>
                    </a:cubicBezTo>
                    <a:lnTo>
                      <a:pt x="32321" y="7242"/>
                    </a:lnTo>
                    <a:cubicBezTo>
                      <a:pt x="32330" y="7251"/>
                      <a:pt x="32348" y="7260"/>
                      <a:pt x="32366" y="7260"/>
                    </a:cubicBezTo>
                    <a:cubicBezTo>
                      <a:pt x="32384" y="7260"/>
                      <a:pt x="32393" y="7251"/>
                      <a:pt x="32411" y="7242"/>
                    </a:cubicBezTo>
                    <a:cubicBezTo>
                      <a:pt x="32419" y="7234"/>
                      <a:pt x="32428" y="7216"/>
                      <a:pt x="32428" y="7198"/>
                    </a:cubicBezTo>
                    <a:cubicBezTo>
                      <a:pt x="32428" y="7180"/>
                      <a:pt x="32428" y="7171"/>
                      <a:pt x="32419" y="7153"/>
                    </a:cubicBezTo>
                    <a:cubicBezTo>
                      <a:pt x="32241" y="6921"/>
                      <a:pt x="32054" y="6680"/>
                      <a:pt x="31857" y="6457"/>
                    </a:cubicBezTo>
                    <a:cubicBezTo>
                      <a:pt x="31847" y="6442"/>
                      <a:pt x="31828" y="6432"/>
                      <a:pt x="31808" y="6432"/>
                    </a:cubicBezTo>
                    <a:close/>
                    <a:moveTo>
                      <a:pt x="3206" y="7822"/>
                    </a:moveTo>
                    <a:cubicBezTo>
                      <a:pt x="3184" y="7822"/>
                      <a:pt x="3161" y="7832"/>
                      <a:pt x="3149" y="7849"/>
                    </a:cubicBezTo>
                    <a:cubicBezTo>
                      <a:pt x="2980" y="8099"/>
                      <a:pt x="2819" y="8358"/>
                      <a:pt x="2659" y="8607"/>
                    </a:cubicBezTo>
                    <a:cubicBezTo>
                      <a:pt x="2659" y="8616"/>
                      <a:pt x="2650" y="8625"/>
                      <a:pt x="2650" y="8643"/>
                    </a:cubicBezTo>
                    <a:cubicBezTo>
                      <a:pt x="2650" y="8661"/>
                      <a:pt x="2668" y="8679"/>
                      <a:pt x="2686" y="8697"/>
                    </a:cubicBezTo>
                    <a:cubicBezTo>
                      <a:pt x="2695" y="8697"/>
                      <a:pt x="2703" y="8706"/>
                      <a:pt x="2712" y="8706"/>
                    </a:cubicBezTo>
                    <a:cubicBezTo>
                      <a:pt x="2739" y="8706"/>
                      <a:pt x="2757" y="8697"/>
                      <a:pt x="2775" y="8670"/>
                    </a:cubicBezTo>
                    <a:cubicBezTo>
                      <a:pt x="2926" y="8420"/>
                      <a:pt x="3087" y="8170"/>
                      <a:pt x="3257" y="7929"/>
                    </a:cubicBezTo>
                    <a:lnTo>
                      <a:pt x="3257" y="7920"/>
                    </a:lnTo>
                    <a:cubicBezTo>
                      <a:pt x="3265" y="7912"/>
                      <a:pt x="3265" y="7903"/>
                      <a:pt x="3265" y="7894"/>
                    </a:cubicBezTo>
                    <a:cubicBezTo>
                      <a:pt x="3265" y="7867"/>
                      <a:pt x="3257" y="7849"/>
                      <a:pt x="3239" y="7831"/>
                    </a:cubicBezTo>
                    <a:cubicBezTo>
                      <a:pt x="3229" y="7825"/>
                      <a:pt x="3217" y="7822"/>
                      <a:pt x="3206" y="7822"/>
                    </a:cubicBezTo>
                    <a:close/>
                    <a:moveTo>
                      <a:pt x="32890" y="7858"/>
                    </a:moveTo>
                    <a:cubicBezTo>
                      <a:pt x="32878" y="7858"/>
                      <a:pt x="32866" y="7861"/>
                      <a:pt x="32857" y="7867"/>
                    </a:cubicBezTo>
                    <a:cubicBezTo>
                      <a:pt x="32839" y="7885"/>
                      <a:pt x="32830" y="7903"/>
                      <a:pt x="32830" y="7920"/>
                    </a:cubicBezTo>
                    <a:cubicBezTo>
                      <a:pt x="32830" y="7938"/>
                      <a:pt x="32830" y="7947"/>
                      <a:pt x="32839" y="7956"/>
                    </a:cubicBezTo>
                    <a:cubicBezTo>
                      <a:pt x="33008" y="8206"/>
                      <a:pt x="33169" y="8456"/>
                      <a:pt x="33320" y="8714"/>
                    </a:cubicBezTo>
                    <a:cubicBezTo>
                      <a:pt x="33338" y="8732"/>
                      <a:pt x="33356" y="8741"/>
                      <a:pt x="33374" y="8741"/>
                    </a:cubicBezTo>
                    <a:cubicBezTo>
                      <a:pt x="33392" y="8741"/>
                      <a:pt x="33401" y="8741"/>
                      <a:pt x="33410" y="8732"/>
                    </a:cubicBezTo>
                    <a:cubicBezTo>
                      <a:pt x="33428" y="8723"/>
                      <a:pt x="33445" y="8697"/>
                      <a:pt x="33445" y="8679"/>
                    </a:cubicBezTo>
                    <a:cubicBezTo>
                      <a:pt x="33445" y="8661"/>
                      <a:pt x="33436" y="8652"/>
                      <a:pt x="33436" y="8643"/>
                    </a:cubicBezTo>
                    <a:cubicBezTo>
                      <a:pt x="33276" y="8393"/>
                      <a:pt x="33115" y="8135"/>
                      <a:pt x="32946" y="7885"/>
                    </a:cubicBezTo>
                    <a:cubicBezTo>
                      <a:pt x="32934" y="7867"/>
                      <a:pt x="32912" y="7858"/>
                      <a:pt x="32890" y="7858"/>
                    </a:cubicBezTo>
                    <a:close/>
                    <a:moveTo>
                      <a:pt x="2267" y="9348"/>
                    </a:moveTo>
                    <a:cubicBezTo>
                      <a:pt x="2244" y="9348"/>
                      <a:pt x="2225" y="9360"/>
                      <a:pt x="2213" y="9384"/>
                    </a:cubicBezTo>
                    <a:cubicBezTo>
                      <a:pt x="2070" y="9642"/>
                      <a:pt x="1927" y="9910"/>
                      <a:pt x="1802" y="10177"/>
                    </a:cubicBezTo>
                    <a:cubicBezTo>
                      <a:pt x="1793" y="10186"/>
                      <a:pt x="1793" y="10195"/>
                      <a:pt x="1793" y="10204"/>
                    </a:cubicBezTo>
                    <a:cubicBezTo>
                      <a:pt x="1793" y="10231"/>
                      <a:pt x="1811" y="10258"/>
                      <a:pt x="1829" y="10267"/>
                    </a:cubicBezTo>
                    <a:cubicBezTo>
                      <a:pt x="1838" y="10267"/>
                      <a:pt x="1847" y="10276"/>
                      <a:pt x="1856" y="10276"/>
                    </a:cubicBezTo>
                    <a:cubicBezTo>
                      <a:pt x="1883" y="10276"/>
                      <a:pt x="1901" y="10258"/>
                      <a:pt x="1918" y="10240"/>
                    </a:cubicBezTo>
                    <a:cubicBezTo>
                      <a:pt x="2043" y="9972"/>
                      <a:pt x="2186" y="9705"/>
                      <a:pt x="2320" y="9446"/>
                    </a:cubicBezTo>
                    <a:cubicBezTo>
                      <a:pt x="2329" y="9437"/>
                      <a:pt x="2329" y="9419"/>
                      <a:pt x="2329" y="9410"/>
                    </a:cubicBezTo>
                    <a:cubicBezTo>
                      <a:pt x="2329" y="9392"/>
                      <a:pt x="2320" y="9366"/>
                      <a:pt x="2302" y="9357"/>
                    </a:cubicBezTo>
                    <a:cubicBezTo>
                      <a:pt x="2290" y="9351"/>
                      <a:pt x="2278" y="9348"/>
                      <a:pt x="2267" y="9348"/>
                    </a:cubicBezTo>
                    <a:close/>
                    <a:moveTo>
                      <a:pt x="33820" y="9389"/>
                    </a:moveTo>
                    <a:cubicBezTo>
                      <a:pt x="33811" y="9389"/>
                      <a:pt x="33802" y="9390"/>
                      <a:pt x="33793" y="9392"/>
                    </a:cubicBezTo>
                    <a:cubicBezTo>
                      <a:pt x="33775" y="9410"/>
                      <a:pt x="33758" y="9428"/>
                      <a:pt x="33758" y="9455"/>
                    </a:cubicBezTo>
                    <a:cubicBezTo>
                      <a:pt x="33758" y="9464"/>
                      <a:pt x="33767" y="9473"/>
                      <a:pt x="33767" y="9482"/>
                    </a:cubicBezTo>
                    <a:cubicBezTo>
                      <a:pt x="33909" y="9749"/>
                      <a:pt x="34052" y="10017"/>
                      <a:pt x="34177" y="10276"/>
                    </a:cubicBezTo>
                    <a:lnTo>
                      <a:pt x="34186" y="10293"/>
                    </a:lnTo>
                    <a:cubicBezTo>
                      <a:pt x="34195" y="10302"/>
                      <a:pt x="34213" y="10311"/>
                      <a:pt x="34239" y="10311"/>
                    </a:cubicBezTo>
                    <a:lnTo>
                      <a:pt x="34266" y="10311"/>
                    </a:lnTo>
                    <a:cubicBezTo>
                      <a:pt x="34284" y="10302"/>
                      <a:pt x="34302" y="10276"/>
                      <a:pt x="34302" y="10249"/>
                    </a:cubicBezTo>
                    <a:cubicBezTo>
                      <a:pt x="34302" y="10240"/>
                      <a:pt x="34293" y="10231"/>
                      <a:pt x="34293" y="10222"/>
                    </a:cubicBezTo>
                    <a:cubicBezTo>
                      <a:pt x="34159" y="9954"/>
                      <a:pt x="34025" y="9687"/>
                      <a:pt x="33882" y="9419"/>
                    </a:cubicBezTo>
                    <a:cubicBezTo>
                      <a:pt x="33869" y="9399"/>
                      <a:pt x="33846" y="9389"/>
                      <a:pt x="33820" y="9389"/>
                    </a:cubicBezTo>
                    <a:close/>
                    <a:moveTo>
                      <a:pt x="1489" y="10956"/>
                    </a:moveTo>
                    <a:cubicBezTo>
                      <a:pt x="1463" y="10956"/>
                      <a:pt x="1441" y="10972"/>
                      <a:pt x="1428" y="10998"/>
                    </a:cubicBezTo>
                    <a:cubicBezTo>
                      <a:pt x="1312" y="11266"/>
                      <a:pt x="1205" y="11551"/>
                      <a:pt x="1098" y="11828"/>
                    </a:cubicBezTo>
                    <a:cubicBezTo>
                      <a:pt x="1098" y="11837"/>
                      <a:pt x="1098" y="11846"/>
                      <a:pt x="1098" y="11855"/>
                    </a:cubicBezTo>
                    <a:cubicBezTo>
                      <a:pt x="1098" y="11881"/>
                      <a:pt x="1115" y="11908"/>
                      <a:pt x="1133" y="11917"/>
                    </a:cubicBezTo>
                    <a:lnTo>
                      <a:pt x="1160" y="11917"/>
                    </a:lnTo>
                    <a:cubicBezTo>
                      <a:pt x="1187" y="11917"/>
                      <a:pt x="1214" y="11899"/>
                      <a:pt x="1223" y="11872"/>
                    </a:cubicBezTo>
                    <a:cubicBezTo>
                      <a:pt x="1321" y="11596"/>
                      <a:pt x="1428" y="11319"/>
                      <a:pt x="1544" y="11052"/>
                    </a:cubicBezTo>
                    <a:lnTo>
                      <a:pt x="1544" y="11043"/>
                    </a:lnTo>
                    <a:cubicBezTo>
                      <a:pt x="1553" y="11043"/>
                      <a:pt x="1553" y="11034"/>
                      <a:pt x="1553" y="11025"/>
                    </a:cubicBezTo>
                    <a:cubicBezTo>
                      <a:pt x="1553" y="10998"/>
                      <a:pt x="1535" y="10971"/>
                      <a:pt x="1517" y="10963"/>
                    </a:cubicBezTo>
                    <a:cubicBezTo>
                      <a:pt x="1507" y="10958"/>
                      <a:pt x="1498" y="10956"/>
                      <a:pt x="1489" y="10956"/>
                    </a:cubicBezTo>
                    <a:close/>
                    <a:moveTo>
                      <a:pt x="34597" y="11005"/>
                    </a:moveTo>
                    <a:cubicBezTo>
                      <a:pt x="34591" y="11005"/>
                      <a:pt x="34585" y="11006"/>
                      <a:pt x="34578" y="11007"/>
                    </a:cubicBezTo>
                    <a:cubicBezTo>
                      <a:pt x="34552" y="11016"/>
                      <a:pt x="34543" y="11043"/>
                      <a:pt x="34543" y="11070"/>
                    </a:cubicBezTo>
                    <a:cubicBezTo>
                      <a:pt x="34543" y="11078"/>
                      <a:pt x="34543" y="11087"/>
                      <a:pt x="34543" y="11096"/>
                    </a:cubicBezTo>
                    <a:cubicBezTo>
                      <a:pt x="34659" y="11364"/>
                      <a:pt x="34766" y="11649"/>
                      <a:pt x="34873" y="11926"/>
                    </a:cubicBezTo>
                    <a:cubicBezTo>
                      <a:pt x="34882" y="11953"/>
                      <a:pt x="34908" y="11971"/>
                      <a:pt x="34935" y="11971"/>
                    </a:cubicBezTo>
                    <a:cubicBezTo>
                      <a:pt x="34935" y="11971"/>
                      <a:pt x="34944" y="11971"/>
                      <a:pt x="34953" y="11962"/>
                    </a:cubicBezTo>
                    <a:cubicBezTo>
                      <a:pt x="34980" y="11953"/>
                      <a:pt x="34998" y="11935"/>
                      <a:pt x="34998" y="11908"/>
                    </a:cubicBezTo>
                    <a:cubicBezTo>
                      <a:pt x="34998" y="11899"/>
                      <a:pt x="34998" y="11890"/>
                      <a:pt x="34989" y="11881"/>
                    </a:cubicBezTo>
                    <a:cubicBezTo>
                      <a:pt x="34891" y="11605"/>
                      <a:pt x="34775" y="11319"/>
                      <a:pt x="34659" y="11043"/>
                    </a:cubicBezTo>
                    <a:cubicBezTo>
                      <a:pt x="34651" y="11021"/>
                      <a:pt x="34626" y="11005"/>
                      <a:pt x="34597" y="11005"/>
                    </a:cubicBezTo>
                    <a:close/>
                    <a:moveTo>
                      <a:pt x="874" y="12637"/>
                    </a:moveTo>
                    <a:cubicBezTo>
                      <a:pt x="845" y="12637"/>
                      <a:pt x="820" y="12655"/>
                      <a:pt x="812" y="12684"/>
                    </a:cubicBezTo>
                    <a:cubicBezTo>
                      <a:pt x="723" y="12970"/>
                      <a:pt x="643" y="13255"/>
                      <a:pt x="571" y="13550"/>
                    </a:cubicBezTo>
                    <a:lnTo>
                      <a:pt x="562" y="13550"/>
                    </a:lnTo>
                    <a:cubicBezTo>
                      <a:pt x="562" y="13550"/>
                      <a:pt x="562" y="13559"/>
                      <a:pt x="562" y="13559"/>
                    </a:cubicBezTo>
                    <a:cubicBezTo>
                      <a:pt x="562" y="13594"/>
                      <a:pt x="580" y="13621"/>
                      <a:pt x="616" y="13621"/>
                    </a:cubicBezTo>
                    <a:cubicBezTo>
                      <a:pt x="616" y="13630"/>
                      <a:pt x="625" y="13630"/>
                      <a:pt x="625" y="13630"/>
                    </a:cubicBezTo>
                    <a:cubicBezTo>
                      <a:pt x="661" y="13630"/>
                      <a:pt x="687" y="13603"/>
                      <a:pt x="687" y="13576"/>
                    </a:cubicBezTo>
                    <a:cubicBezTo>
                      <a:pt x="768" y="13291"/>
                      <a:pt x="848" y="13005"/>
                      <a:pt x="937" y="12720"/>
                    </a:cubicBezTo>
                    <a:cubicBezTo>
                      <a:pt x="937" y="12711"/>
                      <a:pt x="937" y="12711"/>
                      <a:pt x="937" y="12702"/>
                    </a:cubicBezTo>
                    <a:cubicBezTo>
                      <a:pt x="937" y="12675"/>
                      <a:pt x="919" y="12649"/>
                      <a:pt x="892" y="12640"/>
                    </a:cubicBezTo>
                    <a:cubicBezTo>
                      <a:pt x="886" y="12638"/>
                      <a:pt x="880" y="12637"/>
                      <a:pt x="874" y="12637"/>
                    </a:cubicBezTo>
                    <a:close/>
                    <a:moveTo>
                      <a:pt x="35212" y="12691"/>
                    </a:moveTo>
                    <a:cubicBezTo>
                      <a:pt x="35206" y="12691"/>
                      <a:pt x="35200" y="12692"/>
                      <a:pt x="35194" y="12693"/>
                    </a:cubicBezTo>
                    <a:cubicBezTo>
                      <a:pt x="35167" y="12702"/>
                      <a:pt x="35149" y="12729"/>
                      <a:pt x="35149" y="12756"/>
                    </a:cubicBezTo>
                    <a:cubicBezTo>
                      <a:pt x="35149" y="12765"/>
                      <a:pt x="35149" y="12765"/>
                      <a:pt x="35158" y="12773"/>
                    </a:cubicBezTo>
                    <a:cubicBezTo>
                      <a:pt x="35238" y="13059"/>
                      <a:pt x="35319" y="13344"/>
                      <a:pt x="35390" y="13639"/>
                    </a:cubicBezTo>
                    <a:cubicBezTo>
                      <a:pt x="35399" y="13666"/>
                      <a:pt x="35426" y="13683"/>
                      <a:pt x="35453" y="13683"/>
                    </a:cubicBezTo>
                    <a:lnTo>
                      <a:pt x="35470" y="13683"/>
                    </a:lnTo>
                    <a:cubicBezTo>
                      <a:pt x="35497" y="13675"/>
                      <a:pt x="35524" y="13648"/>
                      <a:pt x="35524" y="13621"/>
                    </a:cubicBezTo>
                    <a:cubicBezTo>
                      <a:pt x="35524" y="13612"/>
                      <a:pt x="35524" y="13612"/>
                      <a:pt x="35515" y="13603"/>
                    </a:cubicBezTo>
                    <a:cubicBezTo>
                      <a:pt x="35444" y="13318"/>
                      <a:pt x="35363" y="13023"/>
                      <a:pt x="35274" y="12738"/>
                    </a:cubicBezTo>
                    <a:cubicBezTo>
                      <a:pt x="35267" y="12708"/>
                      <a:pt x="35241" y="12691"/>
                      <a:pt x="35212" y="12691"/>
                    </a:cubicBezTo>
                    <a:close/>
                    <a:moveTo>
                      <a:pt x="427" y="14369"/>
                    </a:moveTo>
                    <a:cubicBezTo>
                      <a:pt x="402" y="14369"/>
                      <a:pt x="374" y="14393"/>
                      <a:pt x="366" y="14424"/>
                    </a:cubicBezTo>
                    <a:cubicBezTo>
                      <a:pt x="304" y="14718"/>
                      <a:pt x="250" y="15013"/>
                      <a:pt x="206" y="15307"/>
                    </a:cubicBezTo>
                    <a:cubicBezTo>
                      <a:pt x="206" y="15307"/>
                      <a:pt x="206" y="15316"/>
                      <a:pt x="206" y="15316"/>
                    </a:cubicBezTo>
                    <a:cubicBezTo>
                      <a:pt x="206" y="15352"/>
                      <a:pt x="232" y="15378"/>
                      <a:pt x="259" y="15378"/>
                    </a:cubicBezTo>
                    <a:lnTo>
                      <a:pt x="268" y="15378"/>
                    </a:lnTo>
                    <a:cubicBezTo>
                      <a:pt x="304" y="15378"/>
                      <a:pt x="330" y="15361"/>
                      <a:pt x="339" y="15325"/>
                    </a:cubicBezTo>
                    <a:cubicBezTo>
                      <a:pt x="384" y="15030"/>
                      <a:pt x="429" y="14736"/>
                      <a:pt x="491" y="14451"/>
                    </a:cubicBezTo>
                    <a:cubicBezTo>
                      <a:pt x="491" y="14442"/>
                      <a:pt x="491" y="14442"/>
                      <a:pt x="491" y="14433"/>
                    </a:cubicBezTo>
                    <a:cubicBezTo>
                      <a:pt x="491" y="14406"/>
                      <a:pt x="473" y="14379"/>
                      <a:pt x="437" y="14370"/>
                    </a:cubicBezTo>
                    <a:cubicBezTo>
                      <a:pt x="434" y="14369"/>
                      <a:pt x="430" y="14369"/>
                      <a:pt x="427" y="14369"/>
                    </a:cubicBezTo>
                    <a:close/>
                    <a:moveTo>
                      <a:pt x="35658" y="14431"/>
                    </a:moveTo>
                    <a:cubicBezTo>
                      <a:pt x="35652" y="14431"/>
                      <a:pt x="35646" y="14431"/>
                      <a:pt x="35640" y="14433"/>
                    </a:cubicBezTo>
                    <a:cubicBezTo>
                      <a:pt x="35613" y="14433"/>
                      <a:pt x="35586" y="14460"/>
                      <a:pt x="35586" y="14495"/>
                    </a:cubicBezTo>
                    <a:cubicBezTo>
                      <a:pt x="35586" y="14495"/>
                      <a:pt x="35586" y="14495"/>
                      <a:pt x="35586" y="14504"/>
                    </a:cubicBezTo>
                    <a:lnTo>
                      <a:pt x="35595" y="14504"/>
                    </a:lnTo>
                    <a:cubicBezTo>
                      <a:pt x="35595" y="14504"/>
                      <a:pt x="35595" y="14504"/>
                      <a:pt x="35595" y="14513"/>
                    </a:cubicBezTo>
                    <a:cubicBezTo>
                      <a:pt x="35649" y="14799"/>
                      <a:pt x="35702" y="15093"/>
                      <a:pt x="35747" y="15387"/>
                    </a:cubicBezTo>
                    <a:cubicBezTo>
                      <a:pt x="35747" y="15414"/>
                      <a:pt x="35774" y="15441"/>
                      <a:pt x="35809" y="15441"/>
                    </a:cubicBezTo>
                    <a:lnTo>
                      <a:pt x="35818" y="15441"/>
                    </a:lnTo>
                    <a:cubicBezTo>
                      <a:pt x="35845" y="15432"/>
                      <a:pt x="35872" y="15405"/>
                      <a:pt x="35872" y="15378"/>
                    </a:cubicBezTo>
                    <a:cubicBezTo>
                      <a:pt x="35872" y="15369"/>
                      <a:pt x="35872" y="15369"/>
                      <a:pt x="35872" y="15369"/>
                    </a:cubicBezTo>
                    <a:cubicBezTo>
                      <a:pt x="35827" y="15075"/>
                      <a:pt x="35774" y="14772"/>
                      <a:pt x="35720" y="14486"/>
                    </a:cubicBezTo>
                    <a:cubicBezTo>
                      <a:pt x="35720" y="14486"/>
                      <a:pt x="35720" y="14477"/>
                      <a:pt x="35720" y="14477"/>
                    </a:cubicBezTo>
                    <a:cubicBezTo>
                      <a:pt x="35713" y="14448"/>
                      <a:pt x="35687" y="14431"/>
                      <a:pt x="35658" y="14431"/>
                    </a:cubicBezTo>
                    <a:close/>
                    <a:moveTo>
                      <a:pt x="156" y="16144"/>
                    </a:moveTo>
                    <a:cubicBezTo>
                      <a:pt x="125" y="16144"/>
                      <a:pt x="98" y="16168"/>
                      <a:pt x="98" y="16199"/>
                    </a:cubicBezTo>
                    <a:cubicBezTo>
                      <a:pt x="63" y="16494"/>
                      <a:pt x="45" y="16797"/>
                      <a:pt x="27" y="17100"/>
                    </a:cubicBezTo>
                    <a:cubicBezTo>
                      <a:pt x="27" y="17136"/>
                      <a:pt x="54" y="17163"/>
                      <a:pt x="90" y="17163"/>
                    </a:cubicBezTo>
                    <a:cubicBezTo>
                      <a:pt x="125" y="17163"/>
                      <a:pt x="152" y="17136"/>
                      <a:pt x="161" y="17100"/>
                    </a:cubicBezTo>
                    <a:cubicBezTo>
                      <a:pt x="170" y="16806"/>
                      <a:pt x="197" y="16502"/>
                      <a:pt x="223" y="16208"/>
                    </a:cubicBezTo>
                    <a:cubicBezTo>
                      <a:pt x="223" y="16172"/>
                      <a:pt x="197" y="16146"/>
                      <a:pt x="170" y="16146"/>
                    </a:cubicBezTo>
                    <a:cubicBezTo>
                      <a:pt x="165" y="16144"/>
                      <a:pt x="160" y="16144"/>
                      <a:pt x="156" y="16144"/>
                    </a:cubicBezTo>
                    <a:close/>
                    <a:moveTo>
                      <a:pt x="35908" y="16199"/>
                    </a:moveTo>
                    <a:cubicBezTo>
                      <a:pt x="35881" y="16199"/>
                      <a:pt x="35854" y="16235"/>
                      <a:pt x="35854" y="16262"/>
                    </a:cubicBezTo>
                    <a:lnTo>
                      <a:pt x="35854" y="16271"/>
                    </a:lnTo>
                    <a:cubicBezTo>
                      <a:pt x="35881" y="16565"/>
                      <a:pt x="35908" y="16859"/>
                      <a:pt x="35916" y="17163"/>
                    </a:cubicBezTo>
                    <a:cubicBezTo>
                      <a:pt x="35916" y="17198"/>
                      <a:pt x="35943" y="17225"/>
                      <a:pt x="35979" y="17225"/>
                    </a:cubicBezTo>
                    <a:lnTo>
                      <a:pt x="35988" y="17225"/>
                    </a:lnTo>
                    <a:cubicBezTo>
                      <a:pt x="36024" y="17216"/>
                      <a:pt x="36050" y="17189"/>
                      <a:pt x="36050" y="17154"/>
                    </a:cubicBezTo>
                    <a:cubicBezTo>
                      <a:pt x="36032" y="16850"/>
                      <a:pt x="36006" y="16556"/>
                      <a:pt x="35979" y="16262"/>
                    </a:cubicBezTo>
                    <a:cubicBezTo>
                      <a:pt x="35979" y="16226"/>
                      <a:pt x="35943" y="16199"/>
                      <a:pt x="35908" y="16199"/>
                    </a:cubicBezTo>
                    <a:close/>
                    <a:moveTo>
                      <a:pt x="72" y="17930"/>
                    </a:moveTo>
                    <a:cubicBezTo>
                      <a:pt x="36" y="17930"/>
                      <a:pt x="0" y="17957"/>
                      <a:pt x="0" y="17992"/>
                    </a:cubicBezTo>
                    <a:lnTo>
                      <a:pt x="0" y="18037"/>
                    </a:lnTo>
                    <a:cubicBezTo>
                      <a:pt x="0" y="18331"/>
                      <a:pt x="9" y="18635"/>
                      <a:pt x="27" y="18929"/>
                    </a:cubicBezTo>
                    <a:cubicBezTo>
                      <a:pt x="27" y="18965"/>
                      <a:pt x="54" y="18991"/>
                      <a:pt x="90" y="18991"/>
                    </a:cubicBezTo>
                    <a:cubicBezTo>
                      <a:pt x="125" y="18991"/>
                      <a:pt x="152" y="18965"/>
                      <a:pt x="152" y="18929"/>
                    </a:cubicBezTo>
                    <a:cubicBezTo>
                      <a:pt x="143" y="18626"/>
                      <a:pt x="134" y="18331"/>
                      <a:pt x="134" y="18037"/>
                    </a:cubicBezTo>
                    <a:lnTo>
                      <a:pt x="134" y="18010"/>
                    </a:lnTo>
                    <a:lnTo>
                      <a:pt x="134" y="17992"/>
                    </a:lnTo>
                    <a:cubicBezTo>
                      <a:pt x="134" y="17974"/>
                      <a:pt x="125" y="17957"/>
                      <a:pt x="116" y="17948"/>
                    </a:cubicBezTo>
                    <a:cubicBezTo>
                      <a:pt x="98" y="17939"/>
                      <a:pt x="90" y="17930"/>
                      <a:pt x="72" y="17930"/>
                    </a:cubicBezTo>
                    <a:close/>
                    <a:moveTo>
                      <a:pt x="36006" y="17992"/>
                    </a:moveTo>
                    <a:cubicBezTo>
                      <a:pt x="35970" y="17992"/>
                      <a:pt x="35934" y="18019"/>
                      <a:pt x="35934" y="18055"/>
                    </a:cubicBezTo>
                    <a:cubicBezTo>
                      <a:pt x="35934" y="18349"/>
                      <a:pt x="35934" y="18643"/>
                      <a:pt x="35916" y="18947"/>
                    </a:cubicBezTo>
                    <a:cubicBezTo>
                      <a:pt x="35916" y="18982"/>
                      <a:pt x="35943" y="19009"/>
                      <a:pt x="35979" y="19009"/>
                    </a:cubicBezTo>
                    <a:cubicBezTo>
                      <a:pt x="36015" y="19009"/>
                      <a:pt x="36041" y="18982"/>
                      <a:pt x="36041" y="18947"/>
                    </a:cubicBezTo>
                    <a:cubicBezTo>
                      <a:pt x="36059" y="18652"/>
                      <a:pt x="36068" y="18349"/>
                      <a:pt x="36068" y="18055"/>
                    </a:cubicBezTo>
                    <a:cubicBezTo>
                      <a:pt x="36068" y="18037"/>
                      <a:pt x="36059" y="18019"/>
                      <a:pt x="36050" y="18010"/>
                    </a:cubicBezTo>
                    <a:cubicBezTo>
                      <a:pt x="36032" y="17992"/>
                      <a:pt x="36024" y="17992"/>
                      <a:pt x="36006" y="17992"/>
                    </a:cubicBezTo>
                    <a:close/>
                    <a:moveTo>
                      <a:pt x="152" y="19759"/>
                    </a:moveTo>
                    <a:cubicBezTo>
                      <a:pt x="116" y="19759"/>
                      <a:pt x="90" y="19785"/>
                      <a:pt x="90" y="19821"/>
                    </a:cubicBezTo>
                    <a:cubicBezTo>
                      <a:pt x="90" y="19821"/>
                      <a:pt x="90" y="19830"/>
                      <a:pt x="90" y="19830"/>
                    </a:cubicBezTo>
                    <a:cubicBezTo>
                      <a:pt x="125" y="20124"/>
                      <a:pt x="161" y="20428"/>
                      <a:pt x="206" y="20722"/>
                    </a:cubicBezTo>
                    <a:cubicBezTo>
                      <a:pt x="206" y="20749"/>
                      <a:pt x="232" y="20776"/>
                      <a:pt x="268" y="20776"/>
                    </a:cubicBezTo>
                    <a:lnTo>
                      <a:pt x="277" y="20776"/>
                    </a:lnTo>
                    <a:cubicBezTo>
                      <a:pt x="304" y="20767"/>
                      <a:pt x="330" y="20740"/>
                      <a:pt x="330" y="20713"/>
                    </a:cubicBezTo>
                    <a:cubicBezTo>
                      <a:pt x="330" y="20704"/>
                      <a:pt x="330" y="20704"/>
                      <a:pt x="330" y="20704"/>
                    </a:cubicBezTo>
                    <a:cubicBezTo>
                      <a:pt x="286" y="20410"/>
                      <a:pt x="250" y="20115"/>
                      <a:pt x="223" y="19812"/>
                    </a:cubicBezTo>
                    <a:cubicBezTo>
                      <a:pt x="214" y="19776"/>
                      <a:pt x="188" y="19759"/>
                      <a:pt x="152" y="19759"/>
                    </a:cubicBezTo>
                    <a:close/>
                    <a:moveTo>
                      <a:pt x="35916" y="19776"/>
                    </a:moveTo>
                    <a:cubicBezTo>
                      <a:pt x="35881" y="19776"/>
                      <a:pt x="35854" y="19803"/>
                      <a:pt x="35845" y="19839"/>
                    </a:cubicBezTo>
                    <a:cubicBezTo>
                      <a:pt x="35818" y="20124"/>
                      <a:pt x="35783" y="20428"/>
                      <a:pt x="35738" y="20722"/>
                    </a:cubicBezTo>
                    <a:cubicBezTo>
                      <a:pt x="35738" y="20722"/>
                      <a:pt x="35738" y="20722"/>
                      <a:pt x="35738" y="20731"/>
                    </a:cubicBezTo>
                    <a:cubicBezTo>
                      <a:pt x="35738" y="20758"/>
                      <a:pt x="35765" y="20785"/>
                      <a:pt x="35792" y="20793"/>
                    </a:cubicBezTo>
                    <a:lnTo>
                      <a:pt x="35800" y="20793"/>
                    </a:lnTo>
                    <a:cubicBezTo>
                      <a:pt x="35836" y="20793"/>
                      <a:pt x="35863" y="20767"/>
                      <a:pt x="35863" y="20740"/>
                    </a:cubicBezTo>
                    <a:cubicBezTo>
                      <a:pt x="35908" y="20446"/>
                      <a:pt x="35952" y="20142"/>
                      <a:pt x="35979" y="19848"/>
                    </a:cubicBezTo>
                    <a:cubicBezTo>
                      <a:pt x="35979" y="19848"/>
                      <a:pt x="35979" y="19839"/>
                      <a:pt x="35979" y="19839"/>
                    </a:cubicBezTo>
                    <a:cubicBezTo>
                      <a:pt x="35979" y="19803"/>
                      <a:pt x="35952" y="19776"/>
                      <a:pt x="35916" y="19776"/>
                    </a:cubicBezTo>
                    <a:close/>
                    <a:moveTo>
                      <a:pt x="428" y="21532"/>
                    </a:moveTo>
                    <a:cubicBezTo>
                      <a:pt x="423" y="21532"/>
                      <a:pt x="417" y="21532"/>
                      <a:pt x="411" y="21534"/>
                    </a:cubicBezTo>
                    <a:cubicBezTo>
                      <a:pt x="375" y="21534"/>
                      <a:pt x="357" y="21561"/>
                      <a:pt x="357" y="21596"/>
                    </a:cubicBezTo>
                    <a:cubicBezTo>
                      <a:pt x="357" y="21596"/>
                      <a:pt x="357" y="21605"/>
                      <a:pt x="357" y="21605"/>
                    </a:cubicBezTo>
                    <a:cubicBezTo>
                      <a:pt x="420" y="21900"/>
                      <a:pt x="482" y="22194"/>
                      <a:pt x="553" y="22480"/>
                    </a:cubicBezTo>
                    <a:cubicBezTo>
                      <a:pt x="562" y="22506"/>
                      <a:pt x="589" y="22533"/>
                      <a:pt x="616" y="22533"/>
                    </a:cubicBezTo>
                    <a:cubicBezTo>
                      <a:pt x="625" y="22533"/>
                      <a:pt x="634" y="22533"/>
                      <a:pt x="634" y="22524"/>
                    </a:cubicBezTo>
                    <a:cubicBezTo>
                      <a:pt x="661" y="22524"/>
                      <a:pt x="687" y="22497"/>
                      <a:pt x="687" y="22462"/>
                    </a:cubicBezTo>
                    <a:cubicBezTo>
                      <a:pt x="687" y="22462"/>
                      <a:pt x="678" y="22453"/>
                      <a:pt x="678" y="22453"/>
                    </a:cubicBezTo>
                    <a:cubicBezTo>
                      <a:pt x="607" y="22167"/>
                      <a:pt x="545" y="21873"/>
                      <a:pt x="482" y="21587"/>
                    </a:cubicBezTo>
                    <a:lnTo>
                      <a:pt x="482" y="21579"/>
                    </a:lnTo>
                    <a:cubicBezTo>
                      <a:pt x="475" y="21549"/>
                      <a:pt x="455" y="21532"/>
                      <a:pt x="428" y="21532"/>
                    </a:cubicBezTo>
                    <a:close/>
                    <a:moveTo>
                      <a:pt x="35640" y="21549"/>
                    </a:moveTo>
                    <a:cubicBezTo>
                      <a:pt x="35611" y="21549"/>
                      <a:pt x="35586" y="21567"/>
                      <a:pt x="35586" y="21596"/>
                    </a:cubicBezTo>
                    <a:cubicBezTo>
                      <a:pt x="35524" y="21891"/>
                      <a:pt x="35461" y="22176"/>
                      <a:pt x="35381" y="22471"/>
                    </a:cubicBezTo>
                    <a:cubicBezTo>
                      <a:pt x="35381" y="22471"/>
                      <a:pt x="35381" y="22480"/>
                      <a:pt x="35381" y="22488"/>
                    </a:cubicBezTo>
                    <a:cubicBezTo>
                      <a:pt x="35381" y="22515"/>
                      <a:pt x="35399" y="22542"/>
                      <a:pt x="35435" y="22551"/>
                    </a:cubicBezTo>
                    <a:lnTo>
                      <a:pt x="35444" y="22551"/>
                    </a:lnTo>
                    <a:cubicBezTo>
                      <a:pt x="35479" y="22551"/>
                      <a:pt x="35506" y="22533"/>
                      <a:pt x="35506" y="22497"/>
                    </a:cubicBezTo>
                    <a:cubicBezTo>
                      <a:pt x="35586" y="22212"/>
                      <a:pt x="35649" y="21918"/>
                      <a:pt x="35711" y="21623"/>
                    </a:cubicBezTo>
                    <a:cubicBezTo>
                      <a:pt x="35711" y="21623"/>
                      <a:pt x="35711" y="21614"/>
                      <a:pt x="35711" y="21614"/>
                    </a:cubicBezTo>
                    <a:cubicBezTo>
                      <a:pt x="35711" y="21579"/>
                      <a:pt x="35693" y="21552"/>
                      <a:pt x="35658" y="21552"/>
                    </a:cubicBezTo>
                    <a:cubicBezTo>
                      <a:pt x="35652" y="21550"/>
                      <a:pt x="35646" y="21549"/>
                      <a:pt x="35640" y="21549"/>
                    </a:cubicBezTo>
                    <a:close/>
                    <a:moveTo>
                      <a:pt x="857" y="23262"/>
                    </a:moveTo>
                    <a:cubicBezTo>
                      <a:pt x="851" y="23262"/>
                      <a:pt x="845" y="23263"/>
                      <a:pt x="839" y="23265"/>
                    </a:cubicBezTo>
                    <a:cubicBezTo>
                      <a:pt x="812" y="23273"/>
                      <a:pt x="794" y="23300"/>
                      <a:pt x="794" y="23327"/>
                    </a:cubicBezTo>
                    <a:cubicBezTo>
                      <a:pt x="794" y="23336"/>
                      <a:pt x="794" y="23345"/>
                      <a:pt x="803" y="23345"/>
                    </a:cubicBezTo>
                    <a:cubicBezTo>
                      <a:pt x="884" y="23630"/>
                      <a:pt x="982" y="23916"/>
                      <a:pt x="1089" y="24201"/>
                    </a:cubicBezTo>
                    <a:cubicBezTo>
                      <a:pt x="1098" y="24228"/>
                      <a:pt x="1124" y="24246"/>
                      <a:pt x="1151" y="24246"/>
                    </a:cubicBezTo>
                    <a:cubicBezTo>
                      <a:pt x="1151" y="24246"/>
                      <a:pt x="1160" y="24246"/>
                      <a:pt x="1169" y="24237"/>
                    </a:cubicBezTo>
                    <a:cubicBezTo>
                      <a:pt x="1196" y="24228"/>
                      <a:pt x="1214" y="24210"/>
                      <a:pt x="1214" y="24183"/>
                    </a:cubicBezTo>
                    <a:cubicBezTo>
                      <a:pt x="1214" y="24175"/>
                      <a:pt x="1214" y="24166"/>
                      <a:pt x="1205" y="24157"/>
                    </a:cubicBezTo>
                    <a:cubicBezTo>
                      <a:pt x="1107" y="23880"/>
                      <a:pt x="1008" y="23595"/>
                      <a:pt x="928" y="23309"/>
                    </a:cubicBezTo>
                    <a:lnTo>
                      <a:pt x="919" y="23309"/>
                    </a:lnTo>
                    <a:cubicBezTo>
                      <a:pt x="912" y="23280"/>
                      <a:pt x="886" y="23262"/>
                      <a:pt x="857" y="23262"/>
                    </a:cubicBezTo>
                    <a:close/>
                    <a:moveTo>
                      <a:pt x="35206" y="23280"/>
                    </a:moveTo>
                    <a:cubicBezTo>
                      <a:pt x="35180" y="23280"/>
                      <a:pt x="35148" y="23297"/>
                      <a:pt x="35140" y="23327"/>
                    </a:cubicBezTo>
                    <a:cubicBezTo>
                      <a:pt x="35060" y="23612"/>
                      <a:pt x="34962" y="23889"/>
                      <a:pt x="34855" y="24175"/>
                    </a:cubicBezTo>
                    <a:cubicBezTo>
                      <a:pt x="34855" y="24183"/>
                      <a:pt x="34855" y="24192"/>
                      <a:pt x="34855" y="24192"/>
                    </a:cubicBezTo>
                    <a:cubicBezTo>
                      <a:pt x="34855" y="24219"/>
                      <a:pt x="34873" y="24246"/>
                      <a:pt x="34899" y="24255"/>
                    </a:cubicBezTo>
                    <a:cubicBezTo>
                      <a:pt x="34899" y="24255"/>
                      <a:pt x="34908" y="24264"/>
                      <a:pt x="34917" y="24264"/>
                    </a:cubicBezTo>
                    <a:cubicBezTo>
                      <a:pt x="34944" y="24264"/>
                      <a:pt x="34971" y="24246"/>
                      <a:pt x="34980" y="24219"/>
                    </a:cubicBezTo>
                    <a:cubicBezTo>
                      <a:pt x="34980" y="24219"/>
                      <a:pt x="34980" y="24219"/>
                      <a:pt x="34980" y="24210"/>
                    </a:cubicBezTo>
                    <a:cubicBezTo>
                      <a:pt x="35078" y="23934"/>
                      <a:pt x="35176" y="23648"/>
                      <a:pt x="35265" y="23363"/>
                    </a:cubicBezTo>
                    <a:cubicBezTo>
                      <a:pt x="35265" y="23363"/>
                      <a:pt x="35265" y="23354"/>
                      <a:pt x="35265" y="23345"/>
                    </a:cubicBezTo>
                    <a:cubicBezTo>
                      <a:pt x="35265" y="23318"/>
                      <a:pt x="35247" y="23291"/>
                      <a:pt x="35221" y="23282"/>
                    </a:cubicBezTo>
                    <a:cubicBezTo>
                      <a:pt x="35216" y="23281"/>
                      <a:pt x="35211" y="23280"/>
                      <a:pt x="35206" y="23280"/>
                    </a:cubicBezTo>
                    <a:close/>
                    <a:moveTo>
                      <a:pt x="1478" y="24952"/>
                    </a:moveTo>
                    <a:cubicBezTo>
                      <a:pt x="1470" y="24952"/>
                      <a:pt x="1462" y="24955"/>
                      <a:pt x="1454" y="24960"/>
                    </a:cubicBezTo>
                    <a:cubicBezTo>
                      <a:pt x="1428" y="24968"/>
                      <a:pt x="1410" y="24986"/>
                      <a:pt x="1410" y="25013"/>
                    </a:cubicBezTo>
                    <a:cubicBezTo>
                      <a:pt x="1410" y="25022"/>
                      <a:pt x="1410" y="25031"/>
                      <a:pt x="1419" y="25040"/>
                    </a:cubicBezTo>
                    <a:cubicBezTo>
                      <a:pt x="1535" y="25316"/>
                      <a:pt x="1660" y="25593"/>
                      <a:pt x="1785" y="25861"/>
                    </a:cubicBezTo>
                    <a:cubicBezTo>
                      <a:pt x="1793" y="25878"/>
                      <a:pt x="1820" y="25896"/>
                      <a:pt x="1847" y="25896"/>
                    </a:cubicBezTo>
                    <a:cubicBezTo>
                      <a:pt x="1856" y="25896"/>
                      <a:pt x="1865" y="25896"/>
                      <a:pt x="1874" y="25887"/>
                    </a:cubicBezTo>
                    <a:cubicBezTo>
                      <a:pt x="1892" y="25878"/>
                      <a:pt x="1909" y="25861"/>
                      <a:pt x="1909" y="25834"/>
                    </a:cubicBezTo>
                    <a:cubicBezTo>
                      <a:pt x="1909" y="25825"/>
                      <a:pt x="1909" y="25816"/>
                      <a:pt x="1901" y="25807"/>
                    </a:cubicBezTo>
                    <a:cubicBezTo>
                      <a:pt x="1776" y="25531"/>
                      <a:pt x="1651" y="25263"/>
                      <a:pt x="1535" y="24986"/>
                    </a:cubicBezTo>
                    <a:cubicBezTo>
                      <a:pt x="1522" y="24967"/>
                      <a:pt x="1500" y="24952"/>
                      <a:pt x="1478" y="24952"/>
                    </a:cubicBezTo>
                    <a:close/>
                    <a:moveTo>
                      <a:pt x="34590" y="24961"/>
                    </a:moveTo>
                    <a:cubicBezTo>
                      <a:pt x="34566" y="24961"/>
                      <a:pt x="34540" y="24978"/>
                      <a:pt x="34534" y="25004"/>
                    </a:cubicBezTo>
                    <a:cubicBezTo>
                      <a:pt x="34418" y="25272"/>
                      <a:pt x="34293" y="25548"/>
                      <a:pt x="34168" y="25816"/>
                    </a:cubicBezTo>
                    <a:cubicBezTo>
                      <a:pt x="34159" y="25825"/>
                      <a:pt x="34159" y="25834"/>
                      <a:pt x="34159" y="25843"/>
                    </a:cubicBezTo>
                    <a:cubicBezTo>
                      <a:pt x="34159" y="25870"/>
                      <a:pt x="34168" y="25887"/>
                      <a:pt x="34195" y="25896"/>
                    </a:cubicBezTo>
                    <a:cubicBezTo>
                      <a:pt x="34204" y="25905"/>
                      <a:pt x="34213" y="25905"/>
                      <a:pt x="34221" y="25905"/>
                    </a:cubicBezTo>
                    <a:cubicBezTo>
                      <a:pt x="34248" y="25905"/>
                      <a:pt x="34266" y="25887"/>
                      <a:pt x="34284" y="25870"/>
                    </a:cubicBezTo>
                    <a:cubicBezTo>
                      <a:pt x="34409" y="25602"/>
                      <a:pt x="34534" y="25325"/>
                      <a:pt x="34650" y="25049"/>
                    </a:cubicBezTo>
                    <a:cubicBezTo>
                      <a:pt x="34650" y="25040"/>
                      <a:pt x="34659" y="25040"/>
                      <a:pt x="34659" y="25031"/>
                    </a:cubicBezTo>
                    <a:cubicBezTo>
                      <a:pt x="34659" y="25004"/>
                      <a:pt x="34641" y="24977"/>
                      <a:pt x="34614" y="24968"/>
                    </a:cubicBezTo>
                    <a:cubicBezTo>
                      <a:pt x="34607" y="24964"/>
                      <a:pt x="34598" y="24961"/>
                      <a:pt x="34590" y="24961"/>
                    </a:cubicBezTo>
                    <a:close/>
                    <a:moveTo>
                      <a:pt x="2257" y="26565"/>
                    </a:moveTo>
                    <a:cubicBezTo>
                      <a:pt x="2245" y="26565"/>
                      <a:pt x="2234" y="26568"/>
                      <a:pt x="2222" y="26574"/>
                    </a:cubicBezTo>
                    <a:cubicBezTo>
                      <a:pt x="2204" y="26583"/>
                      <a:pt x="2195" y="26610"/>
                      <a:pt x="2195" y="26628"/>
                    </a:cubicBezTo>
                    <a:cubicBezTo>
                      <a:pt x="2195" y="26637"/>
                      <a:pt x="2195" y="26655"/>
                      <a:pt x="2195" y="26663"/>
                    </a:cubicBezTo>
                    <a:cubicBezTo>
                      <a:pt x="2338" y="26922"/>
                      <a:pt x="2489" y="27190"/>
                      <a:pt x="2650" y="27440"/>
                    </a:cubicBezTo>
                    <a:cubicBezTo>
                      <a:pt x="2659" y="27457"/>
                      <a:pt x="2686" y="27466"/>
                      <a:pt x="2703" y="27466"/>
                    </a:cubicBezTo>
                    <a:cubicBezTo>
                      <a:pt x="2712" y="27466"/>
                      <a:pt x="2730" y="27466"/>
                      <a:pt x="2739" y="27457"/>
                    </a:cubicBezTo>
                    <a:cubicBezTo>
                      <a:pt x="2757" y="27449"/>
                      <a:pt x="2766" y="27431"/>
                      <a:pt x="2766" y="27404"/>
                    </a:cubicBezTo>
                    <a:cubicBezTo>
                      <a:pt x="2766" y="27395"/>
                      <a:pt x="2766" y="27386"/>
                      <a:pt x="2757" y="27368"/>
                    </a:cubicBezTo>
                    <a:cubicBezTo>
                      <a:pt x="2605" y="27118"/>
                      <a:pt x="2454" y="26860"/>
                      <a:pt x="2311" y="26601"/>
                    </a:cubicBezTo>
                    <a:cubicBezTo>
                      <a:pt x="2299" y="26577"/>
                      <a:pt x="2279" y="26565"/>
                      <a:pt x="2257" y="26565"/>
                    </a:cubicBezTo>
                    <a:close/>
                    <a:moveTo>
                      <a:pt x="33810" y="26574"/>
                    </a:moveTo>
                    <a:cubicBezTo>
                      <a:pt x="33788" y="26574"/>
                      <a:pt x="33769" y="26584"/>
                      <a:pt x="33758" y="26601"/>
                    </a:cubicBezTo>
                    <a:cubicBezTo>
                      <a:pt x="33615" y="26869"/>
                      <a:pt x="33463" y="27127"/>
                      <a:pt x="33312" y="27377"/>
                    </a:cubicBezTo>
                    <a:cubicBezTo>
                      <a:pt x="33303" y="27386"/>
                      <a:pt x="33303" y="27395"/>
                      <a:pt x="33303" y="27413"/>
                    </a:cubicBezTo>
                    <a:cubicBezTo>
                      <a:pt x="33303" y="27431"/>
                      <a:pt x="33312" y="27449"/>
                      <a:pt x="33329" y="27466"/>
                    </a:cubicBezTo>
                    <a:cubicBezTo>
                      <a:pt x="33338" y="27475"/>
                      <a:pt x="33356" y="27475"/>
                      <a:pt x="33365" y="27475"/>
                    </a:cubicBezTo>
                    <a:cubicBezTo>
                      <a:pt x="33392" y="27475"/>
                      <a:pt x="33410" y="27466"/>
                      <a:pt x="33419" y="27440"/>
                    </a:cubicBezTo>
                    <a:cubicBezTo>
                      <a:pt x="33579" y="27190"/>
                      <a:pt x="33731" y="26931"/>
                      <a:pt x="33865" y="26672"/>
                    </a:cubicBezTo>
                    <a:lnTo>
                      <a:pt x="33874" y="26663"/>
                    </a:lnTo>
                    <a:cubicBezTo>
                      <a:pt x="33874" y="26655"/>
                      <a:pt x="33874" y="26646"/>
                      <a:pt x="33874" y="26637"/>
                    </a:cubicBezTo>
                    <a:cubicBezTo>
                      <a:pt x="33874" y="26610"/>
                      <a:pt x="33865" y="26592"/>
                      <a:pt x="33847" y="26583"/>
                    </a:cubicBezTo>
                    <a:cubicBezTo>
                      <a:pt x="33834" y="26577"/>
                      <a:pt x="33822" y="26574"/>
                      <a:pt x="33810" y="26574"/>
                    </a:cubicBezTo>
                    <a:close/>
                    <a:moveTo>
                      <a:pt x="3193" y="28093"/>
                    </a:moveTo>
                    <a:cubicBezTo>
                      <a:pt x="3181" y="28093"/>
                      <a:pt x="3169" y="28098"/>
                      <a:pt x="3158" y="28109"/>
                    </a:cubicBezTo>
                    <a:cubicBezTo>
                      <a:pt x="3141" y="28118"/>
                      <a:pt x="3123" y="28135"/>
                      <a:pt x="3123" y="28162"/>
                    </a:cubicBezTo>
                    <a:cubicBezTo>
                      <a:pt x="3123" y="28171"/>
                      <a:pt x="3132" y="28180"/>
                      <a:pt x="3132" y="28189"/>
                    </a:cubicBezTo>
                    <a:lnTo>
                      <a:pt x="3141" y="28198"/>
                    </a:lnTo>
                    <a:cubicBezTo>
                      <a:pt x="3310" y="28439"/>
                      <a:pt x="3488" y="28689"/>
                      <a:pt x="3667" y="28920"/>
                    </a:cubicBezTo>
                    <a:cubicBezTo>
                      <a:pt x="3676" y="28938"/>
                      <a:pt x="3694" y="28947"/>
                      <a:pt x="3711" y="28947"/>
                    </a:cubicBezTo>
                    <a:cubicBezTo>
                      <a:pt x="3729" y="28947"/>
                      <a:pt x="3738" y="28947"/>
                      <a:pt x="3756" y="28938"/>
                    </a:cubicBezTo>
                    <a:cubicBezTo>
                      <a:pt x="3774" y="28920"/>
                      <a:pt x="3783" y="28903"/>
                      <a:pt x="3783" y="28885"/>
                    </a:cubicBezTo>
                    <a:cubicBezTo>
                      <a:pt x="3783" y="28867"/>
                      <a:pt x="3774" y="28858"/>
                      <a:pt x="3765" y="28849"/>
                    </a:cubicBezTo>
                    <a:cubicBezTo>
                      <a:pt x="3587" y="28608"/>
                      <a:pt x="3408" y="28367"/>
                      <a:pt x="3248" y="28127"/>
                    </a:cubicBezTo>
                    <a:cubicBezTo>
                      <a:pt x="3231" y="28105"/>
                      <a:pt x="3212" y="28093"/>
                      <a:pt x="3193" y="28093"/>
                    </a:cubicBezTo>
                    <a:close/>
                    <a:moveTo>
                      <a:pt x="32881" y="28099"/>
                    </a:moveTo>
                    <a:cubicBezTo>
                      <a:pt x="32859" y="28099"/>
                      <a:pt x="32838" y="28109"/>
                      <a:pt x="32821" y="28127"/>
                    </a:cubicBezTo>
                    <a:cubicBezTo>
                      <a:pt x="32660" y="28367"/>
                      <a:pt x="32482" y="28617"/>
                      <a:pt x="32303" y="28849"/>
                    </a:cubicBezTo>
                    <a:cubicBezTo>
                      <a:pt x="32295" y="28858"/>
                      <a:pt x="32295" y="28876"/>
                      <a:pt x="32295" y="28885"/>
                    </a:cubicBezTo>
                    <a:cubicBezTo>
                      <a:pt x="32295" y="28912"/>
                      <a:pt x="32303" y="28929"/>
                      <a:pt x="32312" y="28938"/>
                    </a:cubicBezTo>
                    <a:cubicBezTo>
                      <a:pt x="32330" y="28947"/>
                      <a:pt x="32339" y="28947"/>
                      <a:pt x="32357" y="28947"/>
                    </a:cubicBezTo>
                    <a:cubicBezTo>
                      <a:pt x="32375" y="28947"/>
                      <a:pt x="32393" y="28938"/>
                      <a:pt x="32402" y="28929"/>
                    </a:cubicBezTo>
                    <a:lnTo>
                      <a:pt x="32411" y="28929"/>
                    </a:lnTo>
                    <a:cubicBezTo>
                      <a:pt x="32411" y="28929"/>
                      <a:pt x="32411" y="28920"/>
                      <a:pt x="32411" y="28920"/>
                    </a:cubicBezTo>
                    <a:cubicBezTo>
                      <a:pt x="32589" y="28689"/>
                      <a:pt x="32767" y="28439"/>
                      <a:pt x="32928" y="28198"/>
                    </a:cubicBezTo>
                    <a:cubicBezTo>
                      <a:pt x="32937" y="28189"/>
                      <a:pt x="32946" y="28171"/>
                      <a:pt x="32946" y="28162"/>
                    </a:cubicBezTo>
                    <a:cubicBezTo>
                      <a:pt x="32946" y="28144"/>
                      <a:pt x="32928" y="28118"/>
                      <a:pt x="32919" y="28109"/>
                    </a:cubicBezTo>
                    <a:cubicBezTo>
                      <a:pt x="32906" y="28102"/>
                      <a:pt x="32894" y="28099"/>
                      <a:pt x="32881" y="28099"/>
                    </a:cubicBezTo>
                    <a:close/>
                    <a:moveTo>
                      <a:pt x="4273" y="29524"/>
                    </a:moveTo>
                    <a:cubicBezTo>
                      <a:pt x="4257" y="29524"/>
                      <a:pt x="4241" y="29528"/>
                      <a:pt x="4229" y="29536"/>
                    </a:cubicBezTo>
                    <a:cubicBezTo>
                      <a:pt x="4220" y="29545"/>
                      <a:pt x="4211" y="29563"/>
                      <a:pt x="4211" y="29590"/>
                    </a:cubicBezTo>
                    <a:cubicBezTo>
                      <a:pt x="4211" y="29598"/>
                      <a:pt x="4220" y="29616"/>
                      <a:pt x="4229" y="29625"/>
                    </a:cubicBezTo>
                    <a:cubicBezTo>
                      <a:pt x="4416" y="29857"/>
                      <a:pt x="4613" y="30080"/>
                      <a:pt x="4818" y="30303"/>
                    </a:cubicBezTo>
                    <a:cubicBezTo>
                      <a:pt x="4836" y="30312"/>
                      <a:pt x="4853" y="30321"/>
                      <a:pt x="4871" y="30321"/>
                    </a:cubicBezTo>
                    <a:cubicBezTo>
                      <a:pt x="4880" y="30321"/>
                      <a:pt x="4898" y="30312"/>
                      <a:pt x="4907" y="30303"/>
                    </a:cubicBezTo>
                    <a:cubicBezTo>
                      <a:pt x="4925" y="30294"/>
                      <a:pt x="4934" y="30276"/>
                      <a:pt x="4934" y="30259"/>
                    </a:cubicBezTo>
                    <a:cubicBezTo>
                      <a:pt x="4934" y="30241"/>
                      <a:pt x="4925" y="30223"/>
                      <a:pt x="4916" y="30214"/>
                    </a:cubicBezTo>
                    <a:cubicBezTo>
                      <a:pt x="4711" y="30000"/>
                      <a:pt x="4514" y="29768"/>
                      <a:pt x="4327" y="29545"/>
                    </a:cubicBezTo>
                    <a:cubicBezTo>
                      <a:pt x="4312" y="29530"/>
                      <a:pt x="4292" y="29524"/>
                      <a:pt x="4273" y="29524"/>
                    </a:cubicBezTo>
                    <a:close/>
                    <a:moveTo>
                      <a:pt x="31797" y="29524"/>
                    </a:moveTo>
                    <a:cubicBezTo>
                      <a:pt x="31778" y="29524"/>
                      <a:pt x="31760" y="29530"/>
                      <a:pt x="31750" y="29545"/>
                    </a:cubicBezTo>
                    <a:cubicBezTo>
                      <a:pt x="31554" y="29777"/>
                      <a:pt x="31358" y="30000"/>
                      <a:pt x="31153" y="30214"/>
                    </a:cubicBezTo>
                    <a:cubicBezTo>
                      <a:pt x="31144" y="30223"/>
                      <a:pt x="31135" y="30241"/>
                      <a:pt x="31135" y="30259"/>
                    </a:cubicBezTo>
                    <a:cubicBezTo>
                      <a:pt x="31135" y="30276"/>
                      <a:pt x="31144" y="30294"/>
                      <a:pt x="31162" y="30303"/>
                    </a:cubicBezTo>
                    <a:cubicBezTo>
                      <a:pt x="31170" y="30312"/>
                      <a:pt x="31188" y="30321"/>
                      <a:pt x="31206" y="30321"/>
                    </a:cubicBezTo>
                    <a:cubicBezTo>
                      <a:pt x="31224" y="30321"/>
                      <a:pt x="31242" y="30312"/>
                      <a:pt x="31251" y="30303"/>
                    </a:cubicBezTo>
                    <a:cubicBezTo>
                      <a:pt x="31456" y="30080"/>
                      <a:pt x="31652" y="29857"/>
                      <a:pt x="31848" y="29625"/>
                    </a:cubicBezTo>
                    <a:cubicBezTo>
                      <a:pt x="31857" y="29616"/>
                      <a:pt x="31857" y="29598"/>
                      <a:pt x="31857" y="29590"/>
                    </a:cubicBezTo>
                    <a:cubicBezTo>
                      <a:pt x="31857" y="29572"/>
                      <a:pt x="31848" y="29554"/>
                      <a:pt x="31840" y="29536"/>
                    </a:cubicBezTo>
                    <a:cubicBezTo>
                      <a:pt x="31828" y="29528"/>
                      <a:pt x="31812" y="29524"/>
                      <a:pt x="31797" y="29524"/>
                    </a:cubicBezTo>
                    <a:close/>
                    <a:moveTo>
                      <a:pt x="5492" y="30836"/>
                    </a:moveTo>
                    <a:cubicBezTo>
                      <a:pt x="5476" y="30836"/>
                      <a:pt x="5460" y="30843"/>
                      <a:pt x="5451" y="30856"/>
                    </a:cubicBezTo>
                    <a:cubicBezTo>
                      <a:pt x="5433" y="30865"/>
                      <a:pt x="5433" y="30883"/>
                      <a:pt x="5433" y="30901"/>
                    </a:cubicBezTo>
                    <a:cubicBezTo>
                      <a:pt x="5433" y="30919"/>
                      <a:pt x="5433" y="30928"/>
                      <a:pt x="5451" y="30946"/>
                    </a:cubicBezTo>
                    <a:cubicBezTo>
                      <a:pt x="5665" y="31151"/>
                      <a:pt x="5879" y="31356"/>
                      <a:pt x="6111" y="31552"/>
                    </a:cubicBezTo>
                    <a:cubicBezTo>
                      <a:pt x="6120" y="31570"/>
                      <a:pt x="6138" y="31570"/>
                      <a:pt x="6147" y="31570"/>
                    </a:cubicBezTo>
                    <a:cubicBezTo>
                      <a:pt x="6165" y="31570"/>
                      <a:pt x="6183" y="31561"/>
                      <a:pt x="6200" y="31552"/>
                    </a:cubicBezTo>
                    <a:cubicBezTo>
                      <a:pt x="6209" y="31534"/>
                      <a:pt x="6209" y="31525"/>
                      <a:pt x="6218" y="31508"/>
                    </a:cubicBezTo>
                    <a:cubicBezTo>
                      <a:pt x="6218" y="31490"/>
                      <a:pt x="6209" y="31472"/>
                      <a:pt x="6192" y="31463"/>
                    </a:cubicBezTo>
                    <a:cubicBezTo>
                      <a:pt x="5969" y="31267"/>
                      <a:pt x="5754" y="31062"/>
                      <a:pt x="5540" y="30856"/>
                    </a:cubicBezTo>
                    <a:cubicBezTo>
                      <a:pt x="5527" y="30843"/>
                      <a:pt x="5509" y="30836"/>
                      <a:pt x="5492" y="30836"/>
                    </a:cubicBezTo>
                    <a:close/>
                    <a:moveTo>
                      <a:pt x="30578" y="30836"/>
                    </a:moveTo>
                    <a:cubicBezTo>
                      <a:pt x="30562" y="30836"/>
                      <a:pt x="30546" y="30843"/>
                      <a:pt x="30537" y="30856"/>
                    </a:cubicBezTo>
                    <a:cubicBezTo>
                      <a:pt x="30323" y="31062"/>
                      <a:pt x="30100" y="31258"/>
                      <a:pt x="29877" y="31463"/>
                    </a:cubicBezTo>
                    <a:cubicBezTo>
                      <a:pt x="29868" y="31472"/>
                      <a:pt x="29859" y="31490"/>
                      <a:pt x="29859" y="31508"/>
                    </a:cubicBezTo>
                    <a:cubicBezTo>
                      <a:pt x="29859" y="31525"/>
                      <a:pt x="29859" y="31534"/>
                      <a:pt x="29877" y="31552"/>
                    </a:cubicBezTo>
                    <a:cubicBezTo>
                      <a:pt x="29886" y="31561"/>
                      <a:pt x="29904" y="31570"/>
                      <a:pt x="29922" y="31570"/>
                    </a:cubicBezTo>
                    <a:cubicBezTo>
                      <a:pt x="29930" y="31570"/>
                      <a:pt x="29948" y="31570"/>
                      <a:pt x="29957" y="31561"/>
                    </a:cubicBezTo>
                    <a:lnTo>
                      <a:pt x="29966" y="31552"/>
                    </a:lnTo>
                    <a:cubicBezTo>
                      <a:pt x="30189" y="31356"/>
                      <a:pt x="30412" y="31151"/>
                      <a:pt x="30626" y="30946"/>
                    </a:cubicBezTo>
                    <a:cubicBezTo>
                      <a:pt x="30635" y="30928"/>
                      <a:pt x="30644" y="30919"/>
                      <a:pt x="30644" y="30901"/>
                    </a:cubicBezTo>
                    <a:cubicBezTo>
                      <a:pt x="30644" y="30883"/>
                      <a:pt x="30635" y="30865"/>
                      <a:pt x="30626" y="30856"/>
                    </a:cubicBezTo>
                    <a:cubicBezTo>
                      <a:pt x="30613" y="30843"/>
                      <a:pt x="30595" y="30836"/>
                      <a:pt x="30578" y="30836"/>
                    </a:cubicBezTo>
                    <a:close/>
                    <a:moveTo>
                      <a:pt x="6839" y="32018"/>
                    </a:moveTo>
                    <a:cubicBezTo>
                      <a:pt x="6819" y="32018"/>
                      <a:pt x="6800" y="32027"/>
                      <a:pt x="6789" y="32043"/>
                    </a:cubicBezTo>
                    <a:cubicBezTo>
                      <a:pt x="6780" y="32052"/>
                      <a:pt x="6771" y="32070"/>
                      <a:pt x="6771" y="32079"/>
                    </a:cubicBezTo>
                    <a:cubicBezTo>
                      <a:pt x="6771" y="32096"/>
                      <a:pt x="6780" y="32114"/>
                      <a:pt x="6789" y="32132"/>
                    </a:cubicBezTo>
                    <a:lnTo>
                      <a:pt x="6798" y="32132"/>
                    </a:lnTo>
                    <a:cubicBezTo>
                      <a:pt x="7030" y="32319"/>
                      <a:pt x="7271" y="32507"/>
                      <a:pt x="7512" y="32676"/>
                    </a:cubicBezTo>
                    <a:cubicBezTo>
                      <a:pt x="7521" y="32685"/>
                      <a:pt x="7539" y="32685"/>
                      <a:pt x="7548" y="32685"/>
                    </a:cubicBezTo>
                    <a:cubicBezTo>
                      <a:pt x="7565" y="32685"/>
                      <a:pt x="7592" y="32676"/>
                      <a:pt x="7601" y="32658"/>
                    </a:cubicBezTo>
                    <a:cubicBezTo>
                      <a:pt x="7610" y="32649"/>
                      <a:pt x="7610" y="32641"/>
                      <a:pt x="7610" y="32623"/>
                    </a:cubicBezTo>
                    <a:cubicBezTo>
                      <a:pt x="7610" y="32605"/>
                      <a:pt x="7601" y="32587"/>
                      <a:pt x="7592" y="32569"/>
                    </a:cubicBezTo>
                    <a:lnTo>
                      <a:pt x="7583" y="32569"/>
                    </a:lnTo>
                    <a:cubicBezTo>
                      <a:pt x="7342" y="32400"/>
                      <a:pt x="7110" y="32221"/>
                      <a:pt x="6878" y="32034"/>
                    </a:cubicBezTo>
                    <a:cubicBezTo>
                      <a:pt x="6867" y="32023"/>
                      <a:pt x="6853" y="32018"/>
                      <a:pt x="6839" y="32018"/>
                    </a:cubicBezTo>
                    <a:close/>
                    <a:moveTo>
                      <a:pt x="29237" y="32021"/>
                    </a:moveTo>
                    <a:cubicBezTo>
                      <a:pt x="29222" y="32021"/>
                      <a:pt x="29206" y="32026"/>
                      <a:pt x="29190" y="32034"/>
                    </a:cubicBezTo>
                    <a:cubicBezTo>
                      <a:pt x="28967" y="32221"/>
                      <a:pt x="28726" y="32400"/>
                      <a:pt x="28485" y="32569"/>
                    </a:cubicBezTo>
                    <a:cubicBezTo>
                      <a:pt x="28467" y="32587"/>
                      <a:pt x="28458" y="32605"/>
                      <a:pt x="28458" y="32623"/>
                    </a:cubicBezTo>
                    <a:cubicBezTo>
                      <a:pt x="28458" y="32641"/>
                      <a:pt x="28458" y="32649"/>
                      <a:pt x="28467" y="32667"/>
                    </a:cubicBezTo>
                    <a:cubicBezTo>
                      <a:pt x="28476" y="32676"/>
                      <a:pt x="28503" y="32694"/>
                      <a:pt x="28521" y="32694"/>
                    </a:cubicBezTo>
                    <a:cubicBezTo>
                      <a:pt x="28530" y="32694"/>
                      <a:pt x="28548" y="32685"/>
                      <a:pt x="28557" y="32676"/>
                    </a:cubicBezTo>
                    <a:cubicBezTo>
                      <a:pt x="28797" y="32507"/>
                      <a:pt x="29038" y="32319"/>
                      <a:pt x="29270" y="32132"/>
                    </a:cubicBezTo>
                    <a:cubicBezTo>
                      <a:pt x="29288" y="32123"/>
                      <a:pt x="29297" y="32105"/>
                      <a:pt x="29297" y="32087"/>
                    </a:cubicBezTo>
                    <a:cubicBezTo>
                      <a:pt x="29297" y="32070"/>
                      <a:pt x="29297" y="32052"/>
                      <a:pt x="29288" y="32043"/>
                    </a:cubicBezTo>
                    <a:cubicBezTo>
                      <a:pt x="29273" y="32028"/>
                      <a:pt x="29256" y="32021"/>
                      <a:pt x="29237" y="32021"/>
                    </a:cubicBezTo>
                    <a:close/>
                    <a:moveTo>
                      <a:pt x="8291" y="33068"/>
                    </a:moveTo>
                    <a:cubicBezTo>
                      <a:pt x="8269" y="33068"/>
                      <a:pt x="8246" y="33078"/>
                      <a:pt x="8234" y="33096"/>
                    </a:cubicBezTo>
                    <a:cubicBezTo>
                      <a:pt x="8226" y="33104"/>
                      <a:pt x="8226" y="33113"/>
                      <a:pt x="8226" y="33131"/>
                    </a:cubicBezTo>
                    <a:cubicBezTo>
                      <a:pt x="8226" y="33149"/>
                      <a:pt x="8234" y="33167"/>
                      <a:pt x="8243" y="33176"/>
                    </a:cubicBezTo>
                    <a:lnTo>
                      <a:pt x="8252" y="33185"/>
                    </a:lnTo>
                    <a:cubicBezTo>
                      <a:pt x="8502" y="33345"/>
                      <a:pt x="8761" y="33506"/>
                      <a:pt x="9020" y="33649"/>
                    </a:cubicBezTo>
                    <a:cubicBezTo>
                      <a:pt x="9028" y="33658"/>
                      <a:pt x="9037" y="33658"/>
                      <a:pt x="9046" y="33658"/>
                    </a:cubicBezTo>
                    <a:cubicBezTo>
                      <a:pt x="9073" y="33658"/>
                      <a:pt x="9091" y="33649"/>
                      <a:pt x="9109" y="33631"/>
                    </a:cubicBezTo>
                    <a:cubicBezTo>
                      <a:pt x="9109" y="33622"/>
                      <a:pt x="9118" y="33604"/>
                      <a:pt x="9118" y="33595"/>
                    </a:cubicBezTo>
                    <a:cubicBezTo>
                      <a:pt x="9118" y="33577"/>
                      <a:pt x="9109" y="33559"/>
                      <a:pt x="9091" y="33550"/>
                    </a:cubicBezTo>
                    <a:lnTo>
                      <a:pt x="9082" y="33542"/>
                    </a:lnTo>
                    <a:cubicBezTo>
                      <a:pt x="8823" y="33390"/>
                      <a:pt x="8573" y="33238"/>
                      <a:pt x="8324" y="33078"/>
                    </a:cubicBezTo>
                    <a:cubicBezTo>
                      <a:pt x="8314" y="33071"/>
                      <a:pt x="8302" y="33068"/>
                      <a:pt x="8291" y="33068"/>
                    </a:cubicBezTo>
                    <a:close/>
                    <a:moveTo>
                      <a:pt x="27778" y="33068"/>
                    </a:moveTo>
                    <a:cubicBezTo>
                      <a:pt x="27766" y="33068"/>
                      <a:pt x="27754" y="33071"/>
                      <a:pt x="27745" y="33078"/>
                    </a:cubicBezTo>
                    <a:cubicBezTo>
                      <a:pt x="27495" y="33238"/>
                      <a:pt x="27236" y="33390"/>
                      <a:pt x="26987" y="33542"/>
                    </a:cubicBezTo>
                    <a:cubicBezTo>
                      <a:pt x="26960" y="33550"/>
                      <a:pt x="26951" y="33577"/>
                      <a:pt x="26951" y="33595"/>
                    </a:cubicBezTo>
                    <a:cubicBezTo>
                      <a:pt x="26951" y="33613"/>
                      <a:pt x="26951" y="33622"/>
                      <a:pt x="26960" y="33631"/>
                    </a:cubicBezTo>
                    <a:cubicBezTo>
                      <a:pt x="26969" y="33649"/>
                      <a:pt x="26995" y="33666"/>
                      <a:pt x="27013" y="33666"/>
                    </a:cubicBezTo>
                    <a:cubicBezTo>
                      <a:pt x="27022" y="33666"/>
                      <a:pt x="27040" y="33658"/>
                      <a:pt x="27049" y="33658"/>
                    </a:cubicBezTo>
                    <a:cubicBezTo>
                      <a:pt x="27308" y="33506"/>
                      <a:pt x="27566" y="33345"/>
                      <a:pt x="27816" y="33185"/>
                    </a:cubicBezTo>
                    <a:cubicBezTo>
                      <a:pt x="27834" y="33176"/>
                      <a:pt x="27843" y="33149"/>
                      <a:pt x="27843" y="33131"/>
                    </a:cubicBezTo>
                    <a:cubicBezTo>
                      <a:pt x="27843" y="33122"/>
                      <a:pt x="27843" y="33104"/>
                      <a:pt x="27834" y="33096"/>
                    </a:cubicBezTo>
                    <a:cubicBezTo>
                      <a:pt x="27822" y="33078"/>
                      <a:pt x="27800" y="33068"/>
                      <a:pt x="27778" y="33068"/>
                    </a:cubicBezTo>
                    <a:close/>
                    <a:moveTo>
                      <a:pt x="9832" y="33961"/>
                    </a:moveTo>
                    <a:cubicBezTo>
                      <a:pt x="9810" y="33961"/>
                      <a:pt x="9790" y="33973"/>
                      <a:pt x="9778" y="33997"/>
                    </a:cubicBezTo>
                    <a:cubicBezTo>
                      <a:pt x="9778" y="34005"/>
                      <a:pt x="9769" y="34014"/>
                      <a:pt x="9769" y="34023"/>
                    </a:cubicBezTo>
                    <a:cubicBezTo>
                      <a:pt x="9769" y="34050"/>
                      <a:pt x="9787" y="34068"/>
                      <a:pt x="9805" y="34086"/>
                    </a:cubicBezTo>
                    <a:cubicBezTo>
                      <a:pt x="10072" y="34220"/>
                      <a:pt x="10340" y="34353"/>
                      <a:pt x="10616" y="34469"/>
                    </a:cubicBezTo>
                    <a:cubicBezTo>
                      <a:pt x="10625" y="34478"/>
                      <a:pt x="10634" y="34478"/>
                      <a:pt x="10643" y="34478"/>
                    </a:cubicBezTo>
                    <a:cubicBezTo>
                      <a:pt x="10670" y="34478"/>
                      <a:pt x="10688" y="34460"/>
                      <a:pt x="10697" y="34443"/>
                    </a:cubicBezTo>
                    <a:cubicBezTo>
                      <a:pt x="10706" y="34434"/>
                      <a:pt x="10706" y="34425"/>
                      <a:pt x="10706" y="34416"/>
                    </a:cubicBezTo>
                    <a:cubicBezTo>
                      <a:pt x="10706" y="34389"/>
                      <a:pt x="10688" y="34362"/>
                      <a:pt x="10670" y="34353"/>
                    </a:cubicBezTo>
                    <a:lnTo>
                      <a:pt x="10661" y="34353"/>
                    </a:lnTo>
                    <a:cubicBezTo>
                      <a:pt x="10402" y="34228"/>
                      <a:pt x="10135" y="34104"/>
                      <a:pt x="9876" y="33970"/>
                    </a:cubicBezTo>
                    <a:lnTo>
                      <a:pt x="9867" y="33970"/>
                    </a:lnTo>
                    <a:cubicBezTo>
                      <a:pt x="9855" y="33964"/>
                      <a:pt x="9843" y="33961"/>
                      <a:pt x="9832" y="33961"/>
                    </a:cubicBezTo>
                    <a:close/>
                    <a:moveTo>
                      <a:pt x="26228" y="33966"/>
                    </a:moveTo>
                    <a:cubicBezTo>
                      <a:pt x="26219" y="33966"/>
                      <a:pt x="26210" y="33968"/>
                      <a:pt x="26201" y="33970"/>
                    </a:cubicBezTo>
                    <a:lnTo>
                      <a:pt x="26193" y="33970"/>
                    </a:lnTo>
                    <a:cubicBezTo>
                      <a:pt x="25934" y="34104"/>
                      <a:pt x="25666" y="34237"/>
                      <a:pt x="25390" y="34362"/>
                    </a:cubicBezTo>
                    <a:cubicBezTo>
                      <a:pt x="25372" y="34371"/>
                      <a:pt x="25354" y="34389"/>
                      <a:pt x="25354" y="34416"/>
                    </a:cubicBezTo>
                    <a:cubicBezTo>
                      <a:pt x="25354" y="34425"/>
                      <a:pt x="25354" y="34434"/>
                      <a:pt x="25363" y="34443"/>
                    </a:cubicBezTo>
                    <a:cubicBezTo>
                      <a:pt x="25372" y="34469"/>
                      <a:pt x="25399" y="34478"/>
                      <a:pt x="25416" y="34478"/>
                    </a:cubicBezTo>
                    <a:lnTo>
                      <a:pt x="25452" y="34478"/>
                    </a:lnTo>
                    <a:cubicBezTo>
                      <a:pt x="25720" y="34353"/>
                      <a:pt x="25987" y="34220"/>
                      <a:pt x="26255" y="34086"/>
                    </a:cubicBezTo>
                    <a:cubicBezTo>
                      <a:pt x="26282" y="34077"/>
                      <a:pt x="26291" y="34050"/>
                      <a:pt x="26291" y="34032"/>
                    </a:cubicBezTo>
                    <a:cubicBezTo>
                      <a:pt x="26291" y="34014"/>
                      <a:pt x="26291" y="34005"/>
                      <a:pt x="26282" y="33997"/>
                    </a:cubicBezTo>
                    <a:cubicBezTo>
                      <a:pt x="26275" y="33976"/>
                      <a:pt x="26253" y="33966"/>
                      <a:pt x="26228" y="33966"/>
                    </a:cubicBezTo>
                    <a:close/>
                    <a:moveTo>
                      <a:pt x="11466" y="34698"/>
                    </a:moveTo>
                    <a:cubicBezTo>
                      <a:pt x="11439" y="34698"/>
                      <a:pt x="11415" y="34710"/>
                      <a:pt x="11401" y="34737"/>
                    </a:cubicBezTo>
                    <a:cubicBezTo>
                      <a:pt x="11401" y="34746"/>
                      <a:pt x="11401" y="34755"/>
                      <a:pt x="11401" y="34764"/>
                    </a:cubicBezTo>
                    <a:cubicBezTo>
                      <a:pt x="11401" y="34791"/>
                      <a:pt x="11419" y="34808"/>
                      <a:pt x="11437" y="34817"/>
                    </a:cubicBezTo>
                    <a:lnTo>
                      <a:pt x="11446" y="34817"/>
                    </a:lnTo>
                    <a:cubicBezTo>
                      <a:pt x="11723" y="34933"/>
                      <a:pt x="12008" y="35031"/>
                      <a:pt x="12285" y="35129"/>
                    </a:cubicBezTo>
                    <a:lnTo>
                      <a:pt x="12302" y="35129"/>
                    </a:lnTo>
                    <a:cubicBezTo>
                      <a:pt x="12329" y="35129"/>
                      <a:pt x="12356" y="35112"/>
                      <a:pt x="12365" y="35085"/>
                    </a:cubicBezTo>
                    <a:cubicBezTo>
                      <a:pt x="12365" y="35085"/>
                      <a:pt x="12374" y="35076"/>
                      <a:pt x="12374" y="35067"/>
                    </a:cubicBezTo>
                    <a:cubicBezTo>
                      <a:pt x="12374" y="35040"/>
                      <a:pt x="12356" y="35014"/>
                      <a:pt x="12329" y="35005"/>
                    </a:cubicBezTo>
                    <a:cubicBezTo>
                      <a:pt x="12044" y="34915"/>
                      <a:pt x="11767" y="34808"/>
                      <a:pt x="11491" y="34701"/>
                    </a:cubicBezTo>
                    <a:cubicBezTo>
                      <a:pt x="11482" y="34699"/>
                      <a:pt x="11474" y="34698"/>
                      <a:pt x="11466" y="34698"/>
                    </a:cubicBezTo>
                    <a:close/>
                    <a:moveTo>
                      <a:pt x="24597" y="34703"/>
                    </a:moveTo>
                    <a:cubicBezTo>
                      <a:pt x="24588" y="34703"/>
                      <a:pt x="24578" y="34705"/>
                      <a:pt x="24569" y="34710"/>
                    </a:cubicBezTo>
                    <a:cubicBezTo>
                      <a:pt x="24292" y="34817"/>
                      <a:pt x="24007" y="34915"/>
                      <a:pt x="23730" y="35014"/>
                    </a:cubicBezTo>
                    <a:cubicBezTo>
                      <a:pt x="23704" y="35022"/>
                      <a:pt x="23686" y="35049"/>
                      <a:pt x="23686" y="35076"/>
                    </a:cubicBezTo>
                    <a:cubicBezTo>
                      <a:pt x="23686" y="35076"/>
                      <a:pt x="23686" y="35085"/>
                      <a:pt x="23686" y="35094"/>
                    </a:cubicBezTo>
                    <a:cubicBezTo>
                      <a:pt x="23695" y="35121"/>
                      <a:pt x="23721" y="35138"/>
                      <a:pt x="23748" y="35138"/>
                    </a:cubicBezTo>
                    <a:cubicBezTo>
                      <a:pt x="23757" y="35138"/>
                      <a:pt x="23766" y="35138"/>
                      <a:pt x="23766" y="35129"/>
                    </a:cubicBezTo>
                    <a:cubicBezTo>
                      <a:pt x="24051" y="35040"/>
                      <a:pt x="24337" y="34933"/>
                      <a:pt x="24614" y="34826"/>
                    </a:cubicBezTo>
                    <a:cubicBezTo>
                      <a:pt x="24640" y="34817"/>
                      <a:pt x="24658" y="34791"/>
                      <a:pt x="24658" y="34764"/>
                    </a:cubicBezTo>
                    <a:cubicBezTo>
                      <a:pt x="24658" y="34755"/>
                      <a:pt x="24658" y="34746"/>
                      <a:pt x="24649" y="34746"/>
                    </a:cubicBezTo>
                    <a:cubicBezTo>
                      <a:pt x="24643" y="34720"/>
                      <a:pt x="24622" y="34703"/>
                      <a:pt x="24597" y="34703"/>
                    </a:cubicBezTo>
                    <a:close/>
                    <a:moveTo>
                      <a:pt x="13162" y="35270"/>
                    </a:moveTo>
                    <a:cubicBezTo>
                      <a:pt x="13136" y="35270"/>
                      <a:pt x="13104" y="35287"/>
                      <a:pt x="13096" y="35317"/>
                    </a:cubicBezTo>
                    <a:cubicBezTo>
                      <a:pt x="13096" y="35317"/>
                      <a:pt x="13096" y="35326"/>
                      <a:pt x="13096" y="35335"/>
                    </a:cubicBezTo>
                    <a:cubicBezTo>
                      <a:pt x="13096" y="35361"/>
                      <a:pt x="13114" y="35388"/>
                      <a:pt x="13141" y="35397"/>
                    </a:cubicBezTo>
                    <a:cubicBezTo>
                      <a:pt x="13435" y="35477"/>
                      <a:pt x="13721" y="35549"/>
                      <a:pt x="14015" y="35611"/>
                    </a:cubicBezTo>
                    <a:cubicBezTo>
                      <a:pt x="14024" y="35620"/>
                      <a:pt x="14024" y="35620"/>
                      <a:pt x="14033" y="35620"/>
                    </a:cubicBezTo>
                    <a:cubicBezTo>
                      <a:pt x="14060" y="35620"/>
                      <a:pt x="14087" y="35593"/>
                      <a:pt x="14096" y="35567"/>
                    </a:cubicBezTo>
                    <a:cubicBezTo>
                      <a:pt x="14096" y="35558"/>
                      <a:pt x="14096" y="35558"/>
                      <a:pt x="14096" y="35549"/>
                    </a:cubicBezTo>
                    <a:cubicBezTo>
                      <a:pt x="14096" y="35522"/>
                      <a:pt x="14078" y="35495"/>
                      <a:pt x="14042" y="35486"/>
                    </a:cubicBezTo>
                    <a:cubicBezTo>
                      <a:pt x="13757" y="35424"/>
                      <a:pt x="13462" y="35353"/>
                      <a:pt x="13186" y="35272"/>
                    </a:cubicBezTo>
                    <a:lnTo>
                      <a:pt x="13177" y="35272"/>
                    </a:lnTo>
                    <a:cubicBezTo>
                      <a:pt x="13172" y="35271"/>
                      <a:pt x="13167" y="35270"/>
                      <a:pt x="13162" y="35270"/>
                    </a:cubicBezTo>
                    <a:close/>
                    <a:moveTo>
                      <a:pt x="22892" y="35270"/>
                    </a:moveTo>
                    <a:cubicBezTo>
                      <a:pt x="22886" y="35270"/>
                      <a:pt x="22880" y="35271"/>
                      <a:pt x="22874" y="35272"/>
                    </a:cubicBezTo>
                    <a:cubicBezTo>
                      <a:pt x="22588" y="35353"/>
                      <a:pt x="22303" y="35424"/>
                      <a:pt x="22017" y="35495"/>
                    </a:cubicBezTo>
                    <a:lnTo>
                      <a:pt x="22009" y="35495"/>
                    </a:lnTo>
                    <a:cubicBezTo>
                      <a:pt x="21982" y="35495"/>
                      <a:pt x="21964" y="35522"/>
                      <a:pt x="21964" y="35558"/>
                    </a:cubicBezTo>
                    <a:cubicBezTo>
                      <a:pt x="21964" y="35558"/>
                      <a:pt x="21964" y="35567"/>
                      <a:pt x="21964" y="35567"/>
                    </a:cubicBezTo>
                    <a:cubicBezTo>
                      <a:pt x="21973" y="35602"/>
                      <a:pt x="21991" y="35620"/>
                      <a:pt x="22026" y="35620"/>
                    </a:cubicBezTo>
                    <a:lnTo>
                      <a:pt x="22035" y="35620"/>
                    </a:lnTo>
                    <a:cubicBezTo>
                      <a:pt x="22330" y="35549"/>
                      <a:pt x="22624" y="35477"/>
                      <a:pt x="22910" y="35397"/>
                    </a:cubicBezTo>
                    <a:lnTo>
                      <a:pt x="22927" y="35388"/>
                    </a:lnTo>
                    <a:cubicBezTo>
                      <a:pt x="22945" y="35379"/>
                      <a:pt x="22954" y="35361"/>
                      <a:pt x="22954" y="35335"/>
                    </a:cubicBezTo>
                    <a:cubicBezTo>
                      <a:pt x="22954" y="35335"/>
                      <a:pt x="22954" y="35326"/>
                      <a:pt x="22954" y="35317"/>
                    </a:cubicBezTo>
                    <a:cubicBezTo>
                      <a:pt x="22947" y="35287"/>
                      <a:pt x="22921" y="35270"/>
                      <a:pt x="22892" y="35270"/>
                    </a:cubicBezTo>
                    <a:close/>
                    <a:moveTo>
                      <a:pt x="14903" y="35663"/>
                    </a:moveTo>
                    <a:cubicBezTo>
                      <a:pt x="14874" y="35663"/>
                      <a:pt x="14853" y="35687"/>
                      <a:pt x="14845" y="35718"/>
                    </a:cubicBezTo>
                    <a:cubicBezTo>
                      <a:pt x="14845" y="35718"/>
                      <a:pt x="14845" y="35727"/>
                      <a:pt x="14845" y="35727"/>
                    </a:cubicBezTo>
                    <a:cubicBezTo>
                      <a:pt x="14845" y="35763"/>
                      <a:pt x="14863" y="35790"/>
                      <a:pt x="14898" y="35790"/>
                    </a:cubicBezTo>
                    <a:cubicBezTo>
                      <a:pt x="15193" y="35843"/>
                      <a:pt x="15487" y="35888"/>
                      <a:pt x="15782" y="35923"/>
                    </a:cubicBezTo>
                    <a:lnTo>
                      <a:pt x="15791" y="35923"/>
                    </a:lnTo>
                    <a:cubicBezTo>
                      <a:pt x="15826" y="35923"/>
                      <a:pt x="15853" y="35906"/>
                      <a:pt x="15853" y="35870"/>
                    </a:cubicBezTo>
                    <a:cubicBezTo>
                      <a:pt x="15862" y="35870"/>
                      <a:pt x="15862" y="35861"/>
                      <a:pt x="15862" y="35861"/>
                    </a:cubicBezTo>
                    <a:cubicBezTo>
                      <a:pt x="15862" y="35825"/>
                      <a:pt x="15835" y="35799"/>
                      <a:pt x="15800" y="35799"/>
                    </a:cubicBezTo>
                    <a:cubicBezTo>
                      <a:pt x="15505" y="35763"/>
                      <a:pt x="15211" y="35718"/>
                      <a:pt x="14916" y="35665"/>
                    </a:cubicBezTo>
                    <a:cubicBezTo>
                      <a:pt x="14912" y="35664"/>
                      <a:pt x="14907" y="35663"/>
                      <a:pt x="14903" y="35663"/>
                    </a:cubicBezTo>
                    <a:close/>
                    <a:moveTo>
                      <a:pt x="21134" y="35665"/>
                    </a:moveTo>
                    <a:cubicBezTo>
                      <a:pt x="20840" y="35718"/>
                      <a:pt x="20546" y="35763"/>
                      <a:pt x="20251" y="35799"/>
                    </a:cubicBezTo>
                    <a:cubicBezTo>
                      <a:pt x="20215" y="35807"/>
                      <a:pt x="20198" y="35834"/>
                      <a:pt x="20198" y="35861"/>
                    </a:cubicBezTo>
                    <a:cubicBezTo>
                      <a:pt x="20198" y="35870"/>
                      <a:pt x="20198" y="35870"/>
                      <a:pt x="20198" y="35870"/>
                    </a:cubicBezTo>
                    <a:cubicBezTo>
                      <a:pt x="20198" y="35906"/>
                      <a:pt x="20233" y="35932"/>
                      <a:pt x="20269" y="35932"/>
                    </a:cubicBezTo>
                    <a:cubicBezTo>
                      <a:pt x="20269" y="35923"/>
                      <a:pt x="20269" y="35923"/>
                      <a:pt x="20269" y="35923"/>
                    </a:cubicBezTo>
                    <a:cubicBezTo>
                      <a:pt x="20563" y="35888"/>
                      <a:pt x="20867" y="35843"/>
                      <a:pt x="21161" y="35799"/>
                    </a:cubicBezTo>
                    <a:cubicBezTo>
                      <a:pt x="21188" y="35790"/>
                      <a:pt x="21215" y="35763"/>
                      <a:pt x="21215" y="35736"/>
                    </a:cubicBezTo>
                    <a:cubicBezTo>
                      <a:pt x="21215" y="35727"/>
                      <a:pt x="21215" y="35727"/>
                      <a:pt x="21206" y="35718"/>
                    </a:cubicBezTo>
                    <a:cubicBezTo>
                      <a:pt x="21206" y="35683"/>
                      <a:pt x="21170" y="35665"/>
                      <a:pt x="21134" y="35665"/>
                    </a:cubicBezTo>
                    <a:close/>
                    <a:moveTo>
                      <a:pt x="16692" y="35888"/>
                    </a:moveTo>
                    <a:cubicBezTo>
                      <a:pt x="16656" y="35888"/>
                      <a:pt x="16620" y="35915"/>
                      <a:pt x="16620" y="35941"/>
                    </a:cubicBezTo>
                    <a:cubicBezTo>
                      <a:pt x="16620" y="35950"/>
                      <a:pt x="16620" y="35950"/>
                      <a:pt x="16620" y="35950"/>
                    </a:cubicBezTo>
                    <a:cubicBezTo>
                      <a:pt x="16620" y="35986"/>
                      <a:pt x="16647" y="36013"/>
                      <a:pt x="16683" y="36013"/>
                    </a:cubicBezTo>
                    <a:cubicBezTo>
                      <a:pt x="16977" y="36039"/>
                      <a:pt x="17280" y="36048"/>
                      <a:pt x="17575" y="36057"/>
                    </a:cubicBezTo>
                    <a:cubicBezTo>
                      <a:pt x="17610" y="36057"/>
                      <a:pt x="17646" y="36031"/>
                      <a:pt x="17646" y="35995"/>
                    </a:cubicBezTo>
                    <a:cubicBezTo>
                      <a:pt x="17646" y="35959"/>
                      <a:pt x="17619" y="35932"/>
                      <a:pt x="17584" y="35932"/>
                    </a:cubicBezTo>
                    <a:cubicBezTo>
                      <a:pt x="17289" y="35923"/>
                      <a:pt x="16986" y="35906"/>
                      <a:pt x="16692" y="35888"/>
                    </a:cubicBezTo>
                    <a:close/>
                    <a:moveTo>
                      <a:pt x="19368" y="35888"/>
                    </a:moveTo>
                    <a:cubicBezTo>
                      <a:pt x="19074" y="35906"/>
                      <a:pt x="18770" y="35923"/>
                      <a:pt x="18476" y="35932"/>
                    </a:cubicBezTo>
                    <a:lnTo>
                      <a:pt x="18467" y="35932"/>
                    </a:lnTo>
                    <a:cubicBezTo>
                      <a:pt x="18440" y="35932"/>
                      <a:pt x="18413" y="35959"/>
                      <a:pt x="18413" y="35995"/>
                    </a:cubicBezTo>
                    <a:cubicBezTo>
                      <a:pt x="18413" y="36031"/>
                      <a:pt x="18440" y="36057"/>
                      <a:pt x="18476" y="36057"/>
                    </a:cubicBezTo>
                    <a:cubicBezTo>
                      <a:pt x="18779" y="36048"/>
                      <a:pt x="19074" y="36039"/>
                      <a:pt x="19368" y="36013"/>
                    </a:cubicBezTo>
                    <a:lnTo>
                      <a:pt x="19377" y="36013"/>
                    </a:lnTo>
                    <a:cubicBezTo>
                      <a:pt x="19413" y="36013"/>
                      <a:pt x="19430" y="35986"/>
                      <a:pt x="19430" y="35950"/>
                    </a:cubicBezTo>
                    <a:cubicBezTo>
                      <a:pt x="19430" y="35915"/>
                      <a:pt x="19404" y="35888"/>
                      <a:pt x="19368" y="3588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0"/>
              <p:cNvSpPr/>
              <p:nvPr/>
            </p:nvSpPr>
            <p:spPr>
              <a:xfrm>
                <a:off x="2573777" y="2150469"/>
                <a:ext cx="921667" cy="921667"/>
              </a:xfrm>
              <a:custGeom>
                <a:avLst/>
                <a:gdLst/>
                <a:ahLst/>
                <a:cxnLst/>
                <a:rect l="l" t="t" r="r" b="b"/>
                <a:pathLst>
                  <a:path w="28539" h="28539" extrusionOk="0">
                    <a:moveTo>
                      <a:pt x="13578" y="18"/>
                    </a:moveTo>
                    <a:cubicBezTo>
                      <a:pt x="13489" y="18"/>
                      <a:pt x="13409" y="27"/>
                      <a:pt x="13320" y="27"/>
                    </a:cubicBezTo>
                    <a:cubicBezTo>
                      <a:pt x="13284" y="36"/>
                      <a:pt x="13257" y="63"/>
                      <a:pt x="13257" y="98"/>
                    </a:cubicBezTo>
                    <a:cubicBezTo>
                      <a:pt x="13266" y="134"/>
                      <a:pt x="13293" y="161"/>
                      <a:pt x="13320" y="161"/>
                    </a:cubicBezTo>
                    <a:lnTo>
                      <a:pt x="13329" y="161"/>
                    </a:lnTo>
                    <a:cubicBezTo>
                      <a:pt x="13418" y="152"/>
                      <a:pt x="13498" y="152"/>
                      <a:pt x="13587" y="143"/>
                    </a:cubicBezTo>
                    <a:cubicBezTo>
                      <a:pt x="13623" y="143"/>
                      <a:pt x="13650" y="116"/>
                      <a:pt x="13650" y="81"/>
                    </a:cubicBezTo>
                    <a:cubicBezTo>
                      <a:pt x="13641" y="45"/>
                      <a:pt x="13614" y="18"/>
                      <a:pt x="13578" y="18"/>
                    </a:cubicBezTo>
                    <a:close/>
                    <a:moveTo>
                      <a:pt x="14354" y="0"/>
                    </a:moveTo>
                    <a:cubicBezTo>
                      <a:pt x="14319" y="0"/>
                      <a:pt x="14292" y="27"/>
                      <a:pt x="14292" y="63"/>
                    </a:cubicBezTo>
                    <a:cubicBezTo>
                      <a:pt x="14292" y="98"/>
                      <a:pt x="14319" y="125"/>
                      <a:pt x="14354" y="125"/>
                    </a:cubicBezTo>
                    <a:cubicBezTo>
                      <a:pt x="14658" y="134"/>
                      <a:pt x="14961" y="143"/>
                      <a:pt x="15255" y="161"/>
                    </a:cubicBezTo>
                    <a:lnTo>
                      <a:pt x="15264" y="161"/>
                    </a:lnTo>
                    <a:cubicBezTo>
                      <a:pt x="15300" y="161"/>
                      <a:pt x="15327" y="134"/>
                      <a:pt x="15327" y="98"/>
                    </a:cubicBezTo>
                    <a:cubicBezTo>
                      <a:pt x="15327" y="63"/>
                      <a:pt x="15300" y="36"/>
                      <a:pt x="15264" y="36"/>
                    </a:cubicBezTo>
                    <a:cubicBezTo>
                      <a:pt x="14970" y="9"/>
                      <a:pt x="14658" y="0"/>
                      <a:pt x="14354" y="0"/>
                    </a:cubicBezTo>
                    <a:close/>
                    <a:moveTo>
                      <a:pt x="15523" y="54"/>
                    </a:moveTo>
                    <a:cubicBezTo>
                      <a:pt x="15487" y="54"/>
                      <a:pt x="15461" y="81"/>
                      <a:pt x="15461" y="116"/>
                    </a:cubicBezTo>
                    <a:cubicBezTo>
                      <a:pt x="15452" y="152"/>
                      <a:pt x="15478" y="179"/>
                      <a:pt x="15514" y="179"/>
                    </a:cubicBezTo>
                    <a:cubicBezTo>
                      <a:pt x="15773" y="205"/>
                      <a:pt x="16032" y="232"/>
                      <a:pt x="16281" y="268"/>
                    </a:cubicBezTo>
                    <a:lnTo>
                      <a:pt x="16290" y="268"/>
                    </a:lnTo>
                    <a:cubicBezTo>
                      <a:pt x="16326" y="268"/>
                      <a:pt x="16353" y="250"/>
                      <a:pt x="16353" y="214"/>
                    </a:cubicBezTo>
                    <a:cubicBezTo>
                      <a:pt x="16362" y="179"/>
                      <a:pt x="16335" y="152"/>
                      <a:pt x="16299" y="143"/>
                    </a:cubicBezTo>
                    <a:cubicBezTo>
                      <a:pt x="16041" y="107"/>
                      <a:pt x="15782" y="81"/>
                      <a:pt x="15523" y="54"/>
                    </a:cubicBezTo>
                    <a:close/>
                    <a:moveTo>
                      <a:pt x="12419" y="116"/>
                    </a:moveTo>
                    <a:cubicBezTo>
                      <a:pt x="12160" y="152"/>
                      <a:pt x="11901" y="197"/>
                      <a:pt x="11642" y="241"/>
                    </a:cubicBezTo>
                    <a:cubicBezTo>
                      <a:pt x="11607" y="250"/>
                      <a:pt x="11589" y="277"/>
                      <a:pt x="11598" y="313"/>
                    </a:cubicBezTo>
                    <a:cubicBezTo>
                      <a:pt x="11598" y="348"/>
                      <a:pt x="11625" y="366"/>
                      <a:pt x="11660" y="366"/>
                    </a:cubicBezTo>
                    <a:lnTo>
                      <a:pt x="11669" y="366"/>
                    </a:lnTo>
                    <a:cubicBezTo>
                      <a:pt x="11919" y="321"/>
                      <a:pt x="12178" y="277"/>
                      <a:pt x="12427" y="250"/>
                    </a:cubicBezTo>
                    <a:cubicBezTo>
                      <a:pt x="12463" y="241"/>
                      <a:pt x="12490" y="205"/>
                      <a:pt x="12490" y="179"/>
                    </a:cubicBezTo>
                    <a:cubicBezTo>
                      <a:pt x="12481" y="143"/>
                      <a:pt x="12454" y="116"/>
                      <a:pt x="12419" y="116"/>
                    </a:cubicBezTo>
                    <a:close/>
                    <a:moveTo>
                      <a:pt x="17182" y="301"/>
                    </a:moveTo>
                    <a:cubicBezTo>
                      <a:pt x="17153" y="301"/>
                      <a:pt x="17127" y="319"/>
                      <a:pt x="17120" y="348"/>
                    </a:cubicBezTo>
                    <a:cubicBezTo>
                      <a:pt x="17111" y="384"/>
                      <a:pt x="17138" y="420"/>
                      <a:pt x="17173" y="428"/>
                    </a:cubicBezTo>
                    <a:cubicBezTo>
                      <a:pt x="17254" y="446"/>
                      <a:pt x="17334" y="464"/>
                      <a:pt x="17423" y="482"/>
                    </a:cubicBezTo>
                    <a:lnTo>
                      <a:pt x="17432" y="482"/>
                    </a:lnTo>
                    <a:cubicBezTo>
                      <a:pt x="17468" y="482"/>
                      <a:pt x="17495" y="464"/>
                      <a:pt x="17495" y="428"/>
                    </a:cubicBezTo>
                    <a:cubicBezTo>
                      <a:pt x="17504" y="402"/>
                      <a:pt x="17486" y="366"/>
                      <a:pt x="17450" y="357"/>
                    </a:cubicBezTo>
                    <a:cubicBezTo>
                      <a:pt x="17370" y="339"/>
                      <a:pt x="17281" y="321"/>
                      <a:pt x="17200" y="304"/>
                    </a:cubicBezTo>
                    <a:cubicBezTo>
                      <a:pt x="17194" y="302"/>
                      <a:pt x="17188" y="301"/>
                      <a:pt x="17182" y="301"/>
                    </a:cubicBezTo>
                    <a:close/>
                    <a:moveTo>
                      <a:pt x="11393" y="286"/>
                    </a:moveTo>
                    <a:cubicBezTo>
                      <a:pt x="11098" y="348"/>
                      <a:pt x="10795" y="420"/>
                      <a:pt x="10509" y="500"/>
                    </a:cubicBezTo>
                    <a:cubicBezTo>
                      <a:pt x="10474" y="509"/>
                      <a:pt x="10447" y="544"/>
                      <a:pt x="10465" y="580"/>
                    </a:cubicBezTo>
                    <a:cubicBezTo>
                      <a:pt x="10465" y="607"/>
                      <a:pt x="10492" y="625"/>
                      <a:pt x="10518" y="625"/>
                    </a:cubicBezTo>
                    <a:lnTo>
                      <a:pt x="10536" y="625"/>
                    </a:lnTo>
                    <a:cubicBezTo>
                      <a:pt x="10831" y="544"/>
                      <a:pt x="11125" y="473"/>
                      <a:pt x="11419" y="420"/>
                    </a:cubicBezTo>
                    <a:cubicBezTo>
                      <a:pt x="11455" y="411"/>
                      <a:pt x="11473" y="375"/>
                      <a:pt x="11464" y="339"/>
                    </a:cubicBezTo>
                    <a:cubicBezTo>
                      <a:pt x="11455" y="304"/>
                      <a:pt x="11428" y="286"/>
                      <a:pt x="11393" y="286"/>
                    </a:cubicBezTo>
                    <a:close/>
                    <a:moveTo>
                      <a:pt x="9778" y="721"/>
                    </a:moveTo>
                    <a:cubicBezTo>
                      <a:pt x="9772" y="721"/>
                      <a:pt x="9766" y="721"/>
                      <a:pt x="9760" y="723"/>
                    </a:cubicBezTo>
                    <a:cubicBezTo>
                      <a:pt x="9680" y="750"/>
                      <a:pt x="9591" y="785"/>
                      <a:pt x="9510" y="812"/>
                    </a:cubicBezTo>
                    <a:cubicBezTo>
                      <a:pt x="9484" y="821"/>
                      <a:pt x="9466" y="857"/>
                      <a:pt x="9475" y="892"/>
                    </a:cubicBezTo>
                    <a:cubicBezTo>
                      <a:pt x="9484" y="919"/>
                      <a:pt x="9510" y="937"/>
                      <a:pt x="9537" y="937"/>
                    </a:cubicBezTo>
                    <a:cubicBezTo>
                      <a:pt x="9537" y="937"/>
                      <a:pt x="9546" y="937"/>
                      <a:pt x="9555" y="928"/>
                    </a:cubicBezTo>
                    <a:cubicBezTo>
                      <a:pt x="9635" y="901"/>
                      <a:pt x="9715" y="875"/>
                      <a:pt x="9805" y="848"/>
                    </a:cubicBezTo>
                    <a:cubicBezTo>
                      <a:pt x="9831" y="839"/>
                      <a:pt x="9849" y="803"/>
                      <a:pt x="9840" y="767"/>
                    </a:cubicBezTo>
                    <a:cubicBezTo>
                      <a:pt x="9833" y="738"/>
                      <a:pt x="9807" y="721"/>
                      <a:pt x="9778" y="721"/>
                    </a:cubicBezTo>
                    <a:close/>
                    <a:moveTo>
                      <a:pt x="18185" y="548"/>
                    </a:moveTo>
                    <a:cubicBezTo>
                      <a:pt x="18158" y="548"/>
                      <a:pt x="18135" y="568"/>
                      <a:pt x="18128" y="589"/>
                    </a:cubicBezTo>
                    <a:cubicBezTo>
                      <a:pt x="18119" y="625"/>
                      <a:pt x="18137" y="660"/>
                      <a:pt x="18173" y="669"/>
                    </a:cubicBezTo>
                    <a:cubicBezTo>
                      <a:pt x="18458" y="759"/>
                      <a:pt x="18744" y="848"/>
                      <a:pt x="19029" y="946"/>
                    </a:cubicBezTo>
                    <a:cubicBezTo>
                      <a:pt x="19038" y="955"/>
                      <a:pt x="19038" y="955"/>
                      <a:pt x="19047" y="955"/>
                    </a:cubicBezTo>
                    <a:cubicBezTo>
                      <a:pt x="19074" y="955"/>
                      <a:pt x="19100" y="937"/>
                      <a:pt x="19109" y="910"/>
                    </a:cubicBezTo>
                    <a:cubicBezTo>
                      <a:pt x="19118" y="875"/>
                      <a:pt x="19100" y="839"/>
                      <a:pt x="19074" y="830"/>
                    </a:cubicBezTo>
                    <a:cubicBezTo>
                      <a:pt x="18788" y="723"/>
                      <a:pt x="18494" y="634"/>
                      <a:pt x="18208" y="553"/>
                    </a:cubicBezTo>
                    <a:cubicBezTo>
                      <a:pt x="18200" y="549"/>
                      <a:pt x="18192" y="548"/>
                      <a:pt x="18185" y="548"/>
                    </a:cubicBezTo>
                    <a:close/>
                    <a:moveTo>
                      <a:pt x="19286" y="912"/>
                    </a:moveTo>
                    <a:cubicBezTo>
                      <a:pt x="19262" y="912"/>
                      <a:pt x="19241" y="929"/>
                      <a:pt x="19234" y="955"/>
                    </a:cubicBezTo>
                    <a:cubicBezTo>
                      <a:pt x="19216" y="991"/>
                      <a:pt x="19234" y="1026"/>
                      <a:pt x="19270" y="1035"/>
                    </a:cubicBezTo>
                    <a:cubicBezTo>
                      <a:pt x="19511" y="1124"/>
                      <a:pt x="19752" y="1222"/>
                      <a:pt x="19984" y="1330"/>
                    </a:cubicBezTo>
                    <a:cubicBezTo>
                      <a:pt x="19993" y="1330"/>
                      <a:pt x="20001" y="1338"/>
                      <a:pt x="20010" y="1338"/>
                    </a:cubicBezTo>
                    <a:cubicBezTo>
                      <a:pt x="20028" y="1338"/>
                      <a:pt x="20055" y="1321"/>
                      <a:pt x="20064" y="1294"/>
                    </a:cubicBezTo>
                    <a:cubicBezTo>
                      <a:pt x="20082" y="1267"/>
                      <a:pt x="20064" y="1222"/>
                      <a:pt x="20037" y="1214"/>
                    </a:cubicBezTo>
                    <a:cubicBezTo>
                      <a:pt x="19796" y="1106"/>
                      <a:pt x="19555" y="1008"/>
                      <a:pt x="19315" y="919"/>
                    </a:cubicBezTo>
                    <a:cubicBezTo>
                      <a:pt x="19305" y="914"/>
                      <a:pt x="19295" y="912"/>
                      <a:pt x="19286" y="912"/>
                    </a:cubicBezTo>
                    <a:close/>
                    <a:moveTo>
                      <a:pt x="8691" y="1135"/>
                    </a:moveTo>
                    <a:cubicBezTo>
                      <a:pt x="8682" y="1135"/>
                      <a:pt x="8672" y="1137"/>
                      <a:pt x="8663" y="1142"/>
                    </a:cubicBezTo>
                    <a:cubicBezTo>
                      <a:pt x="8431" y="1240"/>
                      <a:pt x="8190" y="1356"/>
                      <a:pt x="7958" y="1472"/>
                    </a:cubicBezTo>
                    <a:cubicBezTo>
                      <a:pt x="7922" y="1481"/>
                      <a:pt x="7913" y="1526"/>
                      <a:pt x="7922" y="1553"/>
                    </a:cubicBezTo>
                    <a:cubicBezTo>
                      <a:pt x="7940" y="1579"/>
                      <a:pt x="7958" y="1588"/>
                      <a:pt x="7985" y="1588"/>
                    </a:cubicBezTo>
                    <a:cubicBezTo>
                      <a:pt x="7994" y="1588"/>
                      <a:pt x="8003" y="1588"/>
                      <a:pt x="8012" y="1579"/>
                    </a:cubicBezTo>
                    <a:cubicBezTo>
                      <a:pt x="8244" y="1472"/>
                      <a:pt x="8475" y="1365"/>
                      <a:pt x="8716" y="1258"/>
                    </a:cubicBezTo>
                    <a:cubicBezTo>
                      <a:pt x="8752" y="1249"/>
                      <a:pt x="8761" y="1205"/>
                      <a:pt x="8752" y="1178"/>
                    </a:cubicBezTo>
                    <a:cubicBezTo>
                      <a:pt x="8739" y="1152"/>
                      <a:pt x="8716" y="1135"/>
                      <a:pt x="8691" y="1135"/>
                    </a:cubicBezTo>
                    <a:close/>
                    <a:moveTo>
                      <a:pt x="20818" y="1597"/>
                    </a:moveTo>
                    <a:cubicBezTo>
                      <a:pt x="20796" y="1597"/>
                      <a:pt x="20775" y="1609"/>
                      <a:pt x="20769" y="1633"/>
                    </a:cubicBezTo>
                    <a:cubicBezTo>
                      <a:pt x="20751" y="1669"/>
                      <a:pt x="20760" y="1704"/>
                      <a:pt x="20795" y="1722"/>
                    </a:cubicBezTo>
                    <a:cubicBezTo>
                      <a:pt x="20867" y="1758"/>
                      <a:pt x="20947" y="1802"/>
                      <a:pt x="21018" y="1838"/>
                    </a:cubicBezTo>
                    <a:cubicBezTo>
                      <a:pt x="21027" y="1847"/>
                      <a:pt x="21036" y="1847"/>
                      <a:pt x="21054" y="1847"/>
                    </a:cubicBezTo>
                    <a:cubicBezTo>
                      <a:pt x="21072" y="1847"/>
                      <a:pt x="21099" y="1838"/>
                      <a:pt x="21108" y="1811"/>
                    </a:cubicBezTo>
                    <a:cubicBezTo>
                      <a:pt x="21126" y="1784"/>
                      <a:pt x="21117" y="1749"/>
                      <a:pt x="21081" y="1731"/>
                    </a:cubicBezTo>
                    <a:cubicBezTo>
                      <a:pt x="21010" y="1686"/>
                      <a:pt x="20929" y="1642"/>
                      <a:pt x="20849" y="1606"/>
                    </a:cubicBezTo>
                    <a:cubicBezTo>
                      <a:pt x="20840" y="1600"/>
                      <a:pt x="20829" y="1597"/>
                      <a:pt x="20818" y="1597"/>
                    </a:cubicBezTo>
                    <a:close/>
                    <a:moveTo>
                      <a:pt x="7757" y="1579"/>
                    </a:moveTo>
                    <a:cubicBezTo>
                      <a:pt x="7746" y="1579"/>
                      <a:pt x="7735" y="1582"/>
                      <a:pt x="7726" y="1588"/>
                    </a:cubicBezTo>
                    <a:cubicBezTo>
                      <a:pt x="7458" y="1722"/>
                      <a:pt x="7191" y="1874"/>
                      <a:pt x="6932" y="2025"/>
                    </a:cubicBezTo>
                    <a:cubicBezTo>
                      <a:pt x="6896" y="2052"/>
                      <a:pt x="6888" y="2088"/>
                      <a:pt x="6905" y="2115"/>
                    </a:cubicBezTo>
                    <a:cubicBezTo>
                      <a:pt x="6914" y="2141"/>
                      <a:pt x="6941" y="2150"/>
                      <a:pt x="6959" y="2150"/>
                    </a:cubicBezTo>
                    <a:cubicBezTo>
                      <a:pt x="6977" y="2150"/>
                      <a:pt x="6986" y="2150"/>
                      <a:pt x="6995" y="2141"/>
                    </a:cubicBezTo>
                    <a:cubicBezTo>
                      <a:pt x="7253" y="1990"/>
                      <a:pt x="7512" y="1838"/>
                      <a:pt x="7780" y="1704"/>
                    </a:cubicBezTo>
                    <a:cubicBezTo>
                      <a:pt x="7815" y="1686"/>
                      <a:pt x="7824" y="1642"/>
                      <a:pt x="7806" y="1615"/>
                    </a:cubicBezTo>
                    <a:cubicBezTo>
                      <a:pt x="7800" y="1591"/>
                      <a:pt x="7779" y="1579"/>
                      <a:pt x="7757" y="1579"/>
                    </a:cubicBezTo>
                    <a:close/>
                    <a:moveTo>
                      <a:pt x="6312" y="2437"/>
                    </a:moveTo>
                    <a:cubicBezTo>
                      <a:pt x="6298" y="2437"/>
                      <a:pt x="6283" y="2442"/>
                      <a:pt x="6272" y="2454"/>
                    </a:cubicBezTo>
                    <a:cubicBezTo>
                      <a:pt x="6201" y="2498"/>
                      <a:pt x="6129" y="2552"/>
                      <a:pt x="6058" y="2596"/>
                    </a:cubicBezTo>
                    <a:cubicBezTo>
                      <a:pt x="6031" y="2614"/>
                      <a:pt x="6022" y="2659"/>
                      <a:pt x="6040" y="2685"/>
                    </a:cubicBezTo>
                    <a:cubicBezTo>
                      <a:pt x="6058" y="2703"/>
                      <a:pt x="6076" y="2712"/>
                      <a:pt x="6094" y="2712"/>
                    </a:cubicBezTo>
                    <a:cubicBezTo>
                      <a:pt x="6102" y="2712"/>
                      <a:pt x="6120" y="2712"/>
                      <a:pt x="6129" y="2703"/>
                    </a:cubicBezTo>
                    <a:cubicBezTo>
                      <a:pt x="6201" y="2650"/>
                      <a:pt x="6272" y="2605"/>
                      <a:pt x="6343" y="2552"/>
                    </a:cubicBezTo>
                    <a:cubicBezTo>
                      <a:pt x="6370" y="2534"/>
                      <a:pt x="6379" y="2498"/>
                      <a:pt x="6361" y="2462"/>
                    </a:cubicBezTo>
                    <a:cubicBezTo>
                      <a:pt x="6351" y="2447"/>
                      <a:pt x="6331" y="2437"/>
                      <a:pt x="6312" y="2437"/>
                    </a:cubicBezTo>
                    <a:close/>
                    <a:moveTo>
                      <a:pt x="21724" y="2106"/>
                    </a:moveTo>
                    <a:cubicBezTo>
                      <a:pt x="21701" y="2106"/>
                      <a:pt x="21682" y="2118"/>
                      <a:pt x="21670" y="2141"/>
                    </a:cubicBezTo>
                    <a:cubicBezTo>
                      <a:pt x="21643" y="2168"/>
                      <a:pt x="21661" y="2213"/>
                      <a:pt x="21688" y="2231"/>
                    </a:cubicBezTo>
                    <a:cubicBezTo>
                      <a:pt x="21937" y="2382"/>
                      <a:pt x="22196" y="2552"/>
                      <a:pt x="22437" y="2721"/>
                    </a:cubicBezTo>
                    <a:cubicBezTo>
                      <a:pt x="22446" y="2730"/>
                      <a:pt x="22464" y="2739"/>
                      <a:pt x="22473" y="2739"/>
                    </a:cubicBezTo>
                    <a:cubicBezTo>
                      <a:pt x="22499" y="2739"/>
                      <a:pt x="22517" y="2730"/>
                      <a:pt x="22526" y="2712"/>
                    </a:cubicBezTo>
                    <a:cubicBezTo>
                      <a:pt x="22544" y="2677"/>
                      <a:pt x="22544" y="2641"/>
                      <a:pt x="22508" y="2623"/>
                    </a:cubicBezTo>
                    <a:cubicBezTo>
                      <a:pt x="22267" y="2445"/>
                      <a:pt x="22009" y="2275"/>
                      <a:pt x="21759" y="2115"/>
                    </a:cubicBezTo>
                    <a:cubicBezTo>
                      <a:pt x="21747" y="2109"/>
                      <a:pt x="21735" y="2106"/>
                      <a:pt x="21724" y="2106"/>
                    </a:cubicBezTo>
                    <a:close/>
                    <a:moveTo>
                      <a:pt x="22683" y="2759"/>
                    </a:moveTo>
                    <a:cubicBezTo>
                      <a:pt x="22663" y="2759"/>
                      <a:pt x="22644" y="2768"/>
                      <a:pt x="22633" y="2784"/>
                    </a:cubicBezTo>
                    <a:cubicBezTo>
                      <a:pt x="22615" y="2810"/>
                      <a:pt x="22615" y="2855"/>
                      <a:pt x="22642" y="2873"/>
                    </a:cubicBezTo>
                    <a:cubicBezTo>
                      <a:pt x="22856" y="3024"/>
                      <a:pt x="23061" y="3185"/>
                      <a:pt x="23258" y="3346"/>
                    </a:cubicBezTo>
                    <a:cubicBezTo>
                      <a:pt x="23267" y="3363"/>
                      <a:pt x="23284" y="3363"/>
                      <a:pt x="23293" y="3363"/>
                    </a:cubicBezTo>
                    <a:cubicBezTo>
                      <a:pt x="23311" y="3363"/>
                      <a:pt x="23329" y="3355"/>
                      <a:pt x="23347" y="3346"/>
                    </a:cubicBezTo>
                    <a:cubicBezTo>
                      <a:pt x="23365" y="3310"/>
                      <a:pt x="23365" y="3274"/>
                      <a:pt x="23338" y="3248"/>
                    </a:cubicBezTo>
                    <a:cubicBezTo>
                      <a:pt x="23142" y="3087"/>
                      <a:pt x="22928" y="2926"/>
                      <a:pt x="22722" y="2775"/>
                    </a:cubicBezTo>
                    <a:cubicBezTo>
                      <a:pt x="22711" y="2763"/>
                      <a:pt x="22697" y="2759"/>
                      <a:pt x="22683" y="2759"/>
                    </a:cubicBezTo>
                    <a:close/>
                    <a:moveTo>
                      <a:pt x="5370" y="3129"/>
                    </a:moveTo>
                    <a:cubicBezTo>
                      <a:pt x="5356" y="3129"/>
                      <a:pt x="5341" y="3133"/>
                      <a:pt x="5326" y="3140"/>
                    </a:cubicBezTo>
                    <a:cubicBezTo>
                      <a:pt x="5130" y="3310"/>
                      <a:pt x="4925" y="3479"/>
                      <a:pt x="4738" y="3649"/>
                    </a:cubicBezTo>
                    <a:cubicBezTo>
                      <a:pt x="4711" y="3676"/>
                      <a:pt x="4711" y="3711"/>
                      <a:pt x="4729" y="3738"/>
                    </a:cubicBezTo>
                    <a:cubicBezTo>
                      <a:pt x="4746" y="3756"/>
                      <a:pt x="4764" y="3765"/>
                      <a:pt x="4782" y="3765"/>
                    </a:cubicBezTo>
                    <a:cubicBezTo>
                      <a:pt x="4791" y="3765"/>
                      <a:pt x="4809" y="3756"/>
                      <a:pt x="4818" y="3747"/>
                    </a:cubicBezTo>
                    <a:cubicBezTo>
                      <a:pt x="5014" y="3578"/>
                      <a:pt x="5210" y="3408"/>
                      <a:pt x="5407" y="3248"/>
                    </a:cubicBezTo>
                    <a:cubicBezTo>
                      <a:pt x="5442" y="3221"/>
                      <a:pt x="5442" y="3185"/>
                      <a:pt x="5424" y="3158"/>
                    </a:cubicBezTo>
                    <a:cubicBezTo>
                      <a:pt x="5409" y="3137"/>
                      <a:pt x="5390" y="3129"/>
                      <a:pt x="5370" y="3129"/>
                    </a:cubicBezTo>
                    <a:close/>
                    <a:moveTo>
                      <a:pt x="23975" y="3834"/>
                    </a:moveTo>
                    <a:cubicBezTo>
                      <a:pt x="23958" y="3834"/>
                      <a:pt x="23940" y="3841"/>
                      <a:pt x="23927" y="3854"/>
                    </a:cubicBezTo>
                    <a:cubicBezTo>
                      <a:pt x="23909" y="3881"/>
                      <a:pt x="23909" y="3917"/>
                      <a:pt x="23936" y="3943"/>
                    </a:cubicBezTo>
                    <a:cubicBezTo>
                      <a:pt x="23998" y="4006"/>
                      <a:pt x="24061" y="4059"/>
                      <a:pt x="24114" y="4122"/>
                    </a:cubicBezTo>
                    <a:cubicBezTo>
                      <a:pt x="24132" y="4131"/>
                      <a:pt x="24150" y="4140"/>
                      <a:pt x="24159" y="4140"/>
                    </a:cubicBezTo>
                    <a:cubicBezTo>
                      <a:pt x="24177" y="4140"/>
                      <a:pt x="24194" y="4131"/>
                      <a:pt x="24212" y="4122"/>
                    </a:cubicBezTo>
                    <a:cubicBezTo>
                      <a:pt x="24230" y="4095"/>
                      <a:pt x="24230" y="4050"/>
                      <a:pt x="24212" y="4033"/>
                    </a:cubicBezTo>
                    <a:cubicBezTo>
                      <a:pt x="24150" y="3970"/>
                      <a:pt x="24087" y="3908"/>
                      <a:pt x="24016" y="3854"/>
                    </a:cubicBezTo>
                    <a:cubicBezTo>
                      <a:pt x="24007" y="3841"/>
                      <a:pt x="23991" y="3834"/>
                      <a:pt x="23975" y="3834"/>
                    </a:cubicBezTo>
                    <a:close/>
                    <a:moveTo>
                      <a:pt x="4590" y="3807"/>
                    </a:moveTo>
                    <a:cubicBezTo>
                      <a:pt x="4573" y="3807"/>
                      <a:pt x="4555" y="3814"/>
                      <a:pt x="4541" y="3827"/>
                    </a:cubicBezTo>
                    <a:cubicBezTo>
                      <a:pt x="4327" y="4033"/>
                      <a:pt x="4104" y="4247"/>
                      <a:pt x="3899" y="4470"/>
                    </a:cubicBezTo>
                    <a:cubicBezTo>
                      <a:pt x="3872" y="4488"/>
                      <a:pt x="3872" y="4532"/>
                      <a:pt x="3899" y="4559"/>
                    </a:cubicBezTo>
                    <a:cubicBezTo>
                      <a:pt x="3917" y="4568"/>
                      <a:pt x="3926" y="4577"/>
                      <a:pt x="3944" y="4577"/>
                    </a:cubicBezTo>
                    <a:cubicBezTo>
                      <a:pt x="3961" y="4577"/>
                      <a:pt x="3979" y="4568"/>
                      <a:pt x="3988" y="4550"/>
                    </a:cubicBezTo>
                    <a:cubicBezTo>
                      <a:pt x="4193" y="4336"/>
                      <a:pt x="4416" y="4122"/>
                      <a:pt x="4630" y="3917"/>
                    </a:cubicBezTo>
                    <a:cubicBezTo>
                      <a:pt x="4657" y="3899"/>
                      <a:pt x="4657" y="3854"/>
                      <a:pt x="4639" y="3827"/>
                    </a:cubicBezTo>
                    <a:cubicBezTo>
                      <a:pt x="4626" y="3814"/>
                      <a:pt x="4608" y="3807"/>
                      <a:pt x="4590" y="3807"/>
                    </a:cubicBezTo>
                    <a:close/>
                    <a:moveTo>
                      <a:pt x="3431" y="5024"/>
                    </a:moveTo>
                    <a:cubicBezTo>
                      <a:pt x="3411" y="5024"/>
                      <a:pt x="3392" y="5034"/>
                      <a:pt x="3382" y="5050"/>
                    </a:cubicBezTo>
                    <a:cubicBezTo>
                      <a:pt x="3319" y="5112"/>
                      <a:pt x="3266" y="5174"/>
                      <a:pt x="3212" y="5246"/>
                    </a:cubicBezTo>
                    <a:cubicBezTo>
                      <a:pt x="3194" y="5273"/>
                      <a:pt x="3194" y="5317"/>
                      <a:pt x="3221" y="5335"/>
                    </a:cubicBezTo>
                    <a:cubicBezTo>
                      <a:pt x="3230" y="5344"/>
                      <a:pt x="3248" y="5353"/>
                      <a:pt x="3266" y="5353"/>
                    </a:cubicBezTo>
                    <a:cubicBezTo>
                      <a:pt x="3283" y="5353"/>
                      <a:pt x="3301" y="5344"/>
                      <a:pt x="3310" y="5326"/>
                    </a:cubicBezTo>
                    <a:cubicBezTo>
                      <a:pt x="3364" y="5264"/>
                      <a:pt x="3426" y="5192"/>
                      <a:pt x="3480" y="5130"/>
                    </a:cubicBezTo>
                    <a:cubicBezTo>
                      <a:pt x="3498" y="5103"/>
                      <a:pt x="3498" y="5058"/>
                      <a:pt x="3471" y="5041"/>
                    </a:cubicBezTo>
                    <a:cubicBezTo>
                      <a:pt x="3460" y="5029"/>
                      <a:pt x="3445" y="5024"/>
                      <a:pt x="3431" y="5024"/>
                    </a:cubicBezTo>
                    <a:close/>
                    <a:moveTo>
                      <a:pt x="24707" y="4566"/>
                    </a:moveTo>
                    <a:cubicBezTo>
                      <a:pt x="24689" y="4566"/>
                      <a:pt x="24672" y="4572"/>
                      <a:pt x="24658" y="4586"/>
                    </a:cubicBezTo>
                    <a:cubicBezTo>
                      <a:pt x="24631" y="4612"/>
                      <a:pt x="24631" y="4648"/>
                      <a:pt x="24658" y="4675"/>
                    </a:cubicBezTo>
                    <a:cubicBezTo>
                      <a:pt x="24863" y="4898"/>
                      <a:pt x="25060" y="5121"/>
                      <a:pt x="25247" y="5353"/>
                    </a:cubicBezTo>
                    <a:cubicBezTo>
                      <a:pt x="25265" y="5371"/>
                      <a:pt x="25283" y="5380"/>
                      <a:pt x="25301" y="5380"/>
                    </a:cubicBezTo>
                    <a:cubicBezTo>
                      <a:pt x="25309" y="5380"/>
                      <a:pt x="25327" y="5380"/>
                      <a:pt x="25336" y="5362"/>
                    </a:cubicBezTo>
                    <a:cubicBezTo>
                      <a:pt x="25363" y="5344"/>
                      <a:pt x="25372" y="5299"/>
                      <a:pt x="25345" y="5273"/>
                    </a:cubicBezTo>
                    <a:cubicBezTo>
                      <a:pt x="25158" y="5041"/>
                      <a:pt x="24953" y="4809"/>
                      <a:pt x="24756" y="4586"/>
                    </a:cubicBezTo>
                    <a:cubicBezTo>
                      <a:pt x="24743" y="4572"/>
                      <a:pt x="24725" y="4566"/>
                      <a:pt x="24707" y="4566"/>
                    </a:cubicBezTo>
                    <a:close/>
                    <a:moveTo>
                      <a:pt x="25460" y="5453"/>
                    </a:moveTo>
                    <a:cubicBezTo>
                      <a:pt x="25446" y="5453"/>
                      <a:pt x="25431" y="5458"/>
                      <a:pt x="25417" y="5469"/>
                    </a:cubicBezTo>
                    <a:cubicBezTo>
                      <a:pt x="25390" y="5487"/>
                      <a:pt x="25390" y="5531"/>
                      <a:pt x="25408" y="5558"/>
                    </a:cubicBezTo>
                    <a:cubicBezTo>
                      <a:pt x="25568" y="5763"/>
                      <a:pt x="25720" y="5968"/>
                      <a:pt x="25872" y="6183"/>
                    </a:cubicBezTo>
                    <a:cubicBezTo>
                      <a:pt x="25880" y="6200"/>
                      <a:pt x="25898" y="6209"/>
                      <a:pt x="25925" y="6209"/>
                    </a:cubicBezTo>
                    <a:cubicBezTo>
                      <a:pt x="25934" y="6209"/>
                      <a:pt x="25943" y="6200"/>
                      <a:pt x="25961" y="6191"/>
                    </a:cubicBezTo>
                    <a:cubicBezTo>
                      <a:pt x="25987" y="6174"/>
                      <a:pt x="25996" y="6138"/>
                      <a:pt x="25979" y="6102"/>
                    </a:cubicBezTo>
                    <a:cubicBezTo>
                      <a:pt x="25827" y="5897"/>
                      <a:pt x="25666" y="5683"/>
                      <a:pt x="25506" y="5478"/>
                    </a:cubicBezTo>
                    <a:cubicBezTo>
                      <a:pt x="25495" y="5462"/>
                      <a:pt x="25479" y="5453"/>
                      <a:pt x="25460" y="5453"/>
                    </a:cubicBezTo>
                    <a:close/>
                    <a:moveTo>
                      <a:pt x="2717" y="5941"/>
                    </a:moveTo>
                    <a:cubicBezTo>
                      <a:pt x="2697" y="5941"/>
                      <a:pt x="2676" y="5951"/>
                      <a:pt x="2659" y="5968"/>
                    </a:cubicBezTo>
                    <a:cubicBezTo>
                      <a:pt x="2507" y="6174"/>
                      <a:pt x="2365" y="6397"/>
                      <a:pt x="2222" y="6611"/>
                    </a:cubicBezTo>
                    <a:cubicBezTo>
                      <a:pt x="2204" y="6646"/>
                      <a:pt x="2213" y="6682"/>
                      <a:pt x="2240" y="6700"/>
                    </a:cubicBezTo>
                    <a:cubicBezTo>
                      <a:pt x="2257" y="6709"/>
                      <a:pt x="2266" y="6709"/>
                      <a:pt x="2275" y="6709"/>
                    </a:cubicBezTo>
                    <a:cubicBezTo>
                      <a:pt x="2302" y="6709"/>
                      <a:pt x="2320" y="6700"/>
                      <a:pt x="2329" y="6682"/>
                    </a:cubicBezTo>
                    <a:cubicBezTo>
                      <a:pt x="2472" y="6468"/>
                      <a:pt x="2614" y="6254"/>
                      <a:pt x="2766" y="6040"/>
                    </a:cubicBezTo>
                    <a:cubicBezTo>
                      <a:pt x="2784" y="6013"/>
                      <a:pt x="2775" y="5977"/>
                      <a:pt x="2748" y="5951"/>
                    </a:cubicBezTo>
                    <a:cubicBezTo>
                      <a:pt x="2739" y="5944"/>
                      <a:pt x="2728" y="5941"/>
                      <a:pt x="2717" y="5941"/>
                    </a:cubicBezTo>
                    <a:close/>
                    <a:moveTo>
                      <a:pt x="26415" y="6834"/>
                    </a:moveTo>
                    <a:cubicBezTo>
                      <a:pt x="26404" y="6834"/>
                      <a:pt x="26392" y="6837"/>
                      <a:pt x="26380" y="6843"/>
                    </a:cubicBezTo>
                    <a:cubicBezTo>
                      <a:pt x="26353" y="6861"/>
                      <a:pt x="26344" y="6905"/>
                      <a:pt x="26362" y="6932"/>
                    </a:cubicBezTo>
                    <a:cubicBezTo>
                      <a:pt x="26407" y="7003"/>
                      <a:pt x="26451" y="7084"/>
                      <a:pt x="26496" y="7155"/>
                    </a:cubicBezTo>
                    <a:cubicBezTo>
                      <a:pt x="26505" y="7173"/>
                      <a:pt x="26523" y="7191"/>
                      <a:pt x="26550" y="7191"/>
                    </a:cubicBezTo>
                    <a:cubicBezTo>
                      <a:pt x="26558" y="7191"/>
                      <a:pt x="26567" y="7182"/>
                      <a:pt x="26585" y="7182"/>
                    </a:cubicBezTo>
                    <a:cubicBezTo>
                      <a:pt x="26612" y="7164"/>
                      <a:pt x="26621" y="7119"/>
                      <a:pt x="26603" y="7092"/>
                    </a:cubicBezTo>
                    <a:cubicBezTo>
                      <a:pt x="26558" y="7012"/>
                      <a:pt x="26514" y="6941"/>
                      <a:pt x="26469" y="6869"/>
                    </a:cubicBezTo>
                    <a:cubicBezTo>
                      <a:pt x="26457" y="6846"/>
                      <a:pt x="26437" y="6834"/>
                      <a:pt x="26415" y="6834"/>
                    </a:cubicBezTo>
                    <a:close/>
                    <a:moveTo>
                      <a:pt x="2142" y="6798"/>
                    </a:moveTo>
                    <a:cubicBezTo>
                      <a:pt x="2120" y="6798"/>
                      <a:pt x="2100" y="6810"/>
                      <a:pt x="2088" y="6834"/>
                    </a:cubicBezTo>
                    <a:cubicBezTo>
                      <a:pt x="1927" y="7092"/>
                      <a:pt x="1776" y="7360"/>
                      <a:pt x="1642" y="7619"/>
                    </a:cubicBezTo>
                    <a:cubicBezTo>
                      <a:pt x="1624" y="7654"/>
                      <a:pt x="1633" y="7690"/>
                      <a:pt x="1669" y="7708"/>
                    </a:cubicBezTo>
                    <a:cubicBezTo>
                      <a:pt x="1678" y="7717"/>
                      <a:pt x="1687" y="7717"/>
                      <a:pt x="1695" y="7717"/>
                    </a:cubicBezTo>
                    <a:cubicBezTo>
                      <a:pt x="1713" y="7717"/>
                      <a:pt x="1740" y="7708"/>
                      <a:pt x="1749" y="7681"/>
                    </a:cubicBezTo>
                    <a:cubicBezTo>
                      <a:pt x="1892" y="7423"/>
                      <a:pt x="2043" y="7155"/>
                      <a:pt x="2195" y="6896"/>
                    </a:cubicBezTo>
                    <a:cubicBezTo>
                      <a:pt x="2213" y="6869"/>
                      <a:pt x="2204" y="6834"/>
                      <a:pt x="2177" y="6807"/>
                    </a:cubicBezTo>
                    <a:cubicBezTo>
                      <a:pt x="2165" y="6801"/>
                      <a:pt x="2153" y="6798"/>
                      <a:pt x="2142" y="6798"/>
                    </a:cubicBezTo>
                    <a:close/>
                    <a:moveTo>
                      <a:pt x="1355" y="8281"/>
                    </a:moveTo>
                    <a:cubicBezTo>
                      <a:pt x="1330" y="8281"/>
                      <a:pt x="1307" y="8297"/>
                      <a:pt x="1294" y="8324"/>
                    </a:cubicBezTo>
                    <a:cubicBezTo>
                      <a:pt x="1258" y="8395"/>
                      <a:pt x="1223" y="8475"/>
                      <a:pt x="1187" y="8556"/>
                    </a:cubicBezTo>
                    <a:cubicBezTo>
                      <a:pt x="1169" y="8591"/>
                      <a:pt x="1187" y="8627"/>
                      <a:pt x="1223" y="8645"/>
                    </a:cubicBezTo>
                    <a:lnTo>
                      <a:pt x="1249" y="8645"/>
                    </a:lnTo>
                    <a:cubicBezTo>
                      <a:pt x="1267" y="8645"/>
                      <a:pt x="1294" y="8636"/>
                      <a:pt x="1303" y="8609"/>
                    </a:cubicBezTo>
                    <a:cubicBezTo>
                      <a:pt x="1339" y="8529"/>
                      <a:pt x="1374" y="8448"/>
                      <a:pt x="1410" y="8377"/>
                    </a:cubicBezTo>
                    <a:cubicBezTo>
                      <a:pt x="1428" y="8341"/>
                      <a:pt x="1410" y="8306"/>
                      <a:pt x="1383" y="8288"/>
                    </a:cubicBezTo>
                    <a:cubicBezTo>
                      <a:pt x="1374" y="8283"/>
                      <a:pt x="1364" y="8281"/>
                      <a:pt x="1355" y="8281"/>
                    </a:cubicBezTo>
                    <a:close/>
                    <a:moveTo>
                      <a:pt x="26914" y="7740"/>
                    </a:moveTo>
                    <a:cubicBezTo>
                      <a:pt x="26905" y="7740"/>
                      <a:pt x="26897" y="7742"/>
                      <a:pt x="26889" y="7744"/>
                    </a:cubicBezTo>
                    <a:cubicBezTo>
                      <a:pt x="26862" y="7762"/>
                      <a:pt x="26853" y="7806"/>
                      <a:pt x="26862" y="7833"/>
                    </a:cubicBezTo>
                    <a:cubicBezTo>
                      <a:pt x="27004" y="8101"/>
                      <a:pt x="27129" y="8377"/>
                      <a:pt x="27245" y="8654"/>
                    </a:cubicBezTo>
                    <a:cubicBezTo>
                      <a:pt x="27263" y="8671"/>
                      <a:pt x="27281" y="8689"/>
                      <a:pt x="27308" y="8689"/>
                    </a:cubicBezTo>
                    <a:cubicBezTo>
                      <a:pt x="27317" y="8689"/>
                      <a:pt x="27326" y="8689"/>
                      <a:pt x="27335" y="8680"/>
                    </a:cubicBezTo>
                    <a:cubicBezTo>
                      <a:pt x="27370" y="8671"/>
                      <a:pt x="27379" y="8636"/>
                      <a:pt x="27370" y="8600"/>
                    </a:cubicBezTo>
                    <a:cubicBezTo>
                      <a:pt x="27245" y="8324"/>
                      <a:pt x="27120" y="8047"/>
                      <a:pt x="26978" y="7779"/>
                    </a:cubicBezTo>
                    <a:cubicBezTo>
                      <a:pt x="26964" y="7752"/>
                      <a:pt x="26940" y="7740"/>
                      <a:pt x="26914" y="7740"/>
                    </a:cubicBezTo>
                    <a:close/>
                    <a:moveTo>
                      <a:pt x="27412" y="8798"/>
                    </a:moveTo>
                    <a:cubicBezTo>
                      <a:pt x="27404" y="8798"/>
                      <a:pt x="27395" y="8801"/>
                      <a:pt x="27388" y="8805"/>
                    </a:cubicBezTo>
                    <a:cubicBezTo>
                      <a:pt x="27352" y="8814"/>
                      <a:pt x="27335" y="8859"/>
                      <a:pt x="27352" y="8886"/>
                    </a:cubicBezTo>
                    <a:cubicBezTo>
                      <a:pt x="27451" y="9126"/>
                      <a:pt x="27540" y="9367"/>
                      <a:pt x="27629" y="9608"/>
                    </a:cubicBezTo>
                    <a:cubicBezTo>
                      <a:pt x="27638" y="9635"/>
                      <a:pt x="27656" y="9653"/>
                      <a:pt x="27682" y="9653"/>
                    </a:cubicBezTo>
                    <a:lnTo>
                      <a:pt x="27709" y="9653"/>
                    </a:lnTo>
                    <a:cubicBezTo>
                      <a:pt x="27745" y="9635"/>
                      <a:pt x="27763" y="9599"/>
                      <a:pt x="27745" y="9573"/>
                    </a:cubicBezTo>
                    <a:cubicBezTo>
                      <a:pt x="27665" y="9323"/>
                      <a:pt x="27567" y="9082"/>
                      <a:pt x="27468" y="8841"/>
                    </a:cubicBezTo>
                    <a:cubicBezTo>
                      <a:pt x="27462" y="8815"/>
                      <a:pt x="27436" y="8798"/>
                      <a:pt x="27412" y="8798"/>
                    </a:cubicBezTo>
                    <a:close/>
                    <a:moveTo>
                      <a:pt x="919" y="9356"/>
                    </a:moveTo>
                    <a:cubicBezTo>
                      <a:pt x="890" y="9356"/>
                      <a:pt x="863" y="9373"/>
                      <a:pt x="848" y="9403"/>
                    </a:cubicBezTo>
                    <a:cubicBezTo>
                      <a:pt x="759" y="9644"/>
                      <a:pt x="678" y="9894"/>
                      <a:pt x="607" y="10143"/>
                    </a:cubicBezTo>
                    <a:cubicBezTo>
                      <a:pt x="598" y="10170"/>
                      <a:pt x="616" y="10206"/>
                      <a:pt x="652" y="10224"/>
                    </a:cubicBezTo>
                    <a:lnTo>
                      <a:pt x="670" y="10224"/>
                    </a:lnTo>
                    <a:cubicBezTo>
                      <a:pt x="696" y="10224"/>
                      <a:pt x="723" y="10206"/>
                      <a:pt x="732" y="10179"/>
                    </a:cubicBezTo>
                    <a:cubicBezTo>
                      <a:pt x="803" y="9929"/>
                      <a:pt x="884" y="9688"/>
                      <a:pt x="973" y="9448"/>
                    </a:cubicBezTo>
                    <a:cubicBezTo>
                      <a:pt x="982" y="9412"/>
                      <a:pt x="964" y="9376"/>
                      <a:pt x="937" y="9358"/>
                    </a:cubicBezTo>
                    <a:cubicBezTo>
                      <a:pt x="931" y="9357"/>
                      <a:pt x="925" y="9356"/>
                      <a:pt x="919" y="9356"/>
                    </a:cubicBezTo>
                    <a:close/>
                    <a:moveTo>
                      <a:pt x="27959" y="10391"/>
                    </a:moveTo>
                    <a:cubicBezTo>
                      <a:pt x="27953" y="10391"/>
                      <a:pt x="27947" y="10392"/>
                      <a:pt x="27941" y="10393"/>
                    </a:cubicBezTo>
                    <a:cubicBezTo>
                      <a:pt x="27906" y="10402"/>
                      <a:pt x="27888" y="10438"/>
                      <a:pt x="27897" y="10474"/>
                    </a:cubicBezTo>
                    <a:cubicBezTo>
                      <a:pt x="27914" y="10554"/>
                      <a:pt x="27941" y="10634"/>
                      <a:pt x="27959" y="10723"/>
                    </a:cubicBezTo>
                    <a:cubicBezTo>
                      <a:pt x="27968" y="10750"/>
                      <a:pt x="27995" y="10768"/>
                      <a:pt x="28021" y="10768"/>
                    </a:cubicBezTo>
                    <a:lnTo>
                      <a:pt x="28039" y="10768"/>
                    </a:lnTo>
                    <a:cubicBezTo>
                      <a:pt x="28075" y="10759"/>
                      <a:pt x="28093" y="10723"/>
                      <a:pt x="28084" y="10688"/>
                    </a:cubicBezTo>
                    <a:cubicBezTo>
                      <a:pt x="28066" y="10607"/>
                      <a:pt x="28039" y="10518"/>
                      <a:pt x="28021" y="10438"/>
                    </a:cubicBezTo>
                    <a:cubicBezTo>
                      <a:pt x="28014" y="10408"/>
                      <a:pt x="27988" y="10391"/>
                      <a:pt x="27959" y="10391"/>
                    </a:cubicBezTo>
                    <a:close/>
                    <a:moveTo>
                      <a:pt x="602" y="10338"/>
                    </a:moveTo>
                    <a:cubicBezTo>
                      <a:pt x="571" y="10338"/>
                      <a:pt x="543" y="10361"/>
                      <a:pt x="536" y="10384"/>
                    </a:cubicBezTo>
                    <a:cubicBezTo>
                      <a:pt x="447" y="10679"/>
                      <a:pt x="375" y="10973"/>
                      <a:pt x="313" y="11267"/>
                    </a:cubicBezTo>
                    <a:cubicBezTo>
                      <a:pt x="304" y="11303"/>
                      <a:pt x="331" y="11339"/>
                      <a:pt x="366" y="11348"/>
                    </a:cubicBezTo>
                    <a:lnTo>
                      <a:pt x="375" y="11348"/>
                    </a:lnTo>
                    <a:cubicBezTo>
                      <a:pt x="402" y="11348"/>
                      <a:pt x="429" y="11330"/>
                      <a:pt x="438" y="11294"/>
                    </a:cubicBezTo>
                    <a:cubicBezTo>
                      <a:pt x="500" y="11009"/>
                      <a:pt x="571" y="10714"/>
                      <a:pt x="652" y="10420"/>
                    </a:cubicBezTo>
                    <a:cubicBezTo>
                      <a:pt x="670" y="10393"/>
                      <a:pt x="643" y="10358"/>
                      <a:pt x="616" y="10340"/>
                    </a:cubicBezTo>
                    <a:cubicBezTo>
                      <a:pt x="611" y="10339"/>
                      <a:pt x="606" y="10338"/>
                      <a:pt x="602" y="10338"/>
                    </a:cubicBezTo>
                    <a:close/>
                    <a:moveTo>
                      <a:pt x="241" y="11981"/>
                    </a:moveTo>
                    <a:cubicBezTo>
                      <a:pt x="215" y="11981"/>
                      <a:pt x="179" y="11999"/>
                      <a:pt x="170" y="12035"/>
                    </a:cubicBezTo>
                    <a:cubicBezTo>
                      <a:pt x="161" y="12124"/>
                      <a:pt x="143" y="12204"/>
                      <a:pt x="134" y="12293"/>
                    </a:cubicBezTo>
                    <a:cubicBezTo>
                      <a:pt x="125" y="12329"/>
                      <a:pt x="152" y="12365"/>
                      <a:pt x="188" y="12365"/>
                    </a:cubicBezTo>
                    <a:lnTo>
                      <a:pt x="197" y="12365"/>
                    </a:lnTo>
                    <a:cubicBezTo>
                      <a:pt x="232" y="12365"/>
                      <a:pt x="259" y="12347"/>
                      <a:pt x="259" y="12311"/>
                    </a:cubicBezTo>
                    <a:cubicBezTo>
                      <a:pt x="277" y="12231"/>
                      <a:pt x="286" y="12142"/>
                      <a:pt x="295" y="12061"/>
                    </a:cubicBezTo>
                    <a:cubicBezTo>
                      <a:pt x="304" y="12026"/>
                      <a:pt x="277" y="11990"/>
                      <a:pt x="241" y="11981"/>
                    </a:cubicBezTo>
                    <a:close/>
                    <a:moveTo>
                      <a:pt x="28182" y="11392"/>
                    </a:moveTo>
                    <a:cubicBezTo>
                      <a:pt x="28146" y="11401"/>
                      <a:pt x="28129" y="11437"/>
                      <a:pt x="28137" y="11473"/>
                    </a:cubicBezTo>
                    <a:cubicBezTo>
                      <a:pt x="28191" y="11767"/>
                      <a:pt x="28245" y="12061"/>
                      <a:pt x="28280" y="12365"/>
                    </a:cubicBezTo>
                    <a:cubicBezTo>
                      <a:pt x="28289" y="12392"/>
                      <a:pt x="28316" y="12418"/>
                      <a:pt x="28343" y="12418"/>
                    </a:cubicBezTo>
                    <a:lnTo>
                      <a:pt x="28352" y="12418"/>
                    </a:lnTo>
                    <a:cubicBezTo>
                      <a:pt x="28387" y="12409"/>
                      <a:pt x="28414" y="12383"/>
                      <a:pt x="28414" y="12347"/>
                    </a:cubicBezTo>
                    <a:cubicBezTo>
                      <a:pt x="28369" y="12044"/>
                      <a:pt x="28316" y="11740"/>
                      <a:pt x="28262" y="11446"/>
                    </a:cubicBezTo>
                    <a:cubicBezTo>
                      <a:pt x="28253" y="11410"/>
                      <a:pt x="28218" y="11392"/>
                      <a:pt x="28182" y="11392"/>
                    </a:cubicBezTo>
                    <a:close/>
                    <a:moveTo>
                      <a:pt x="28369" y="12543"/>
                    </a:moveTo>
                    <a:cubicBezTo>
                      <a:pt x="28334" y="12552"/>
                      <a:pt x="28307" y="12579"/>
                      <a:pt x="28316" y="12615"/>
                    </a:cubicBezTo>
                    <a:cubicBezTo>
                      <a:pt x="28343" y="12873"/>
                      <a:pt x="28369" y="13132"/>
                      <a:pt x="28387" y="13382"/>
                    </a:cubicBezTo>
                    <a:cubicBezTo>
                      <a:pt x="28387" y="13417"/>
                      <a:pt x="28414" y="13444"/>
                      <a:pt x="28450" y="13444"/>
                    </a:cubicBezTo>
                    <a:cubicBezTo>
                      <a:pt x="28485" y="13444"/>
                      <a:pt x="28512" y="13417"/>
                      <a:pt x="28512" y="13382"/>
                    </a:cubicBezTo>
                    <a:cubicBezTo>
                      <a:pt x="28494" y="13123"/>
                      <a:pt x="28476" y="12855"/>
                      <a:pt x="28441" y="12606"/>
                    </a:cubicBezTo>
                    <a:cubicBezTo>
                      <a:pt x="28441" y="12570"/>
                      <a:pt x="28405" y="12543"/>
                      <a:pt x="28369" y="12543"/>
                    </a:cubicBezTo>
                    <a:close/>
                    <a:moveTo>
                      <a:pt x="94" y="13139"/>
                    </a:moveTo>
                    <a:cubicBezTo>
                      <a:pt x="63" y="13139"/>
                      <a:pt x="36" y="13163"/>
                      <a:pt x="36" y="13194"/>
                    </a:cubicBezTo>
                    <a:cubicBezTo>
                      <a:pt x="18" y="13453"/>
                      <a:pt x="9" y="13721"/>
                      <a:pt x="0" y="13979"/>
                    </a:cubicBezTo>
                    <a:cubicBezTo>
                      <a:pt x="0" y="14015"/>
                      <a:pt x="27" y="14042"/>
                      <a:pt x="63" y="14042"/>
                    </a:cubicBezTo>
                    <a:cubicBezTo>
                      <a:pt x="99" y="14042"/>
                      <a:pt x="125" y="14015"/>
                      <a:pt x="125" y="13979"/>
                    </a:cubicBezTo>
                    <a:cubicBezTo>
                      <a:pt x="134" y="13721"/>
                      <a:pt x="143" y="13462"/>
                      <a:pt x="170" y="13212"/>
                    </a:cubicBezTo>
                    <a:cubicBezTo>
                      <a:pt x="170" y="13177"/>
                      <a:pt x="143" y="13141"/>
                      <a:pt x="108" y="13141"/>
                    </a:cubicBezTo>
                    <a:cubicBezTo>
                      <a:pt x="103" y="13140"/>
                      <a:pt x="98" y="13139"/>
                      <a:pt x="94" y="13139"/>
                    </a:cubicBezTo>
                    <a:close/>
                    <a:moveTo>
                      <a:pt x="28476" y="14220"/>
                    </a:moveTo>
                    <a:cubicBezTo>
                      <a:pt x="28441" y="14220"/>
                      <a:pt x="28414" y="14247"/>
                      <a:pt x="28414" y="14283"/>
                    </a:cubicBezTo>
                    <a:cubicBezTo>
                      <a:pt x="28414" y="14372"/>
                      <a:pt x="28405" y="14461"/>
                      <a:pt x="28405" y="14541"/>
                    </a:cubicBezTo>
                    <a:cubicBezTo>
                      <a:pt x="28405" y="14577"/>
                      <a:pt x="28432" y="14613"/>
                      <a:pt x="28468" y="14613"/>
                    </a:cubicBezTo>
                    <a:lnTo>
                      <a:pt x="28476" y="14613"/>
                    </a:lnTo>
                    <a:cubicBezTo>
                      <a:pt x="28503" y="14613"/>
                      <a:pt x="28539" y="14577"/>
                      <a:pt x="28539" y="14550"/>
                    </a:cubicBezTo>
                    <a:cubicBezTo>
                      <a:pt x="28539" y="14461"/>
                      <a:pt x="28539" y="14372"/>
                      <a:pt x="28539" y="14283"/>
                    </a:cubicBezTo>
                    <a:cubicBezTo>
                      <a:pt x="28539" y="14247"/>
                      <a:pt x="28512" y="14220"/>
                      <a:pt x="28476" y="14220"/>
                    </a:cubicBezTo>
                    <a:close/>
                    <a:moveTo>
                      <a:pt x="63" y="14176"/>
                    </a:moveTo>
                    <a:cubicBezTo>
                      <a:pt x="27" y="14176"/>
                      <a:pt x="0" y="14202"/>
                      <a:pt x="0" y="14238"/>
                    </a:cubicBezTo>
                    <a:lnTo>
                      <a:pt x="0" y="14274"/>
                    </a:lnTo>
                    <a:cubicBezTo>
                      <a:pt x="0" y="14568"/>
                      <a:pt x="9" y="14880"/>
                      <a:pt x="27" y="15175"/>
                    </a:cubicBezTo>
                    <a:cubicBezTo>
                      <a:pt x="27" y="15211"/>
                      <a:pt x="54" y="15237"/>
                      <a:pt x="90" y="15237"/>
                    </a:cubicBezTo>
                    <a:lnTo>
                      <a:pt x="99" y="15237"/>
                    </a:lnTo>
                    <a:cubicBezTo>
                      <a:pt x="134" y="15237"/>
                      <a:pt x="161" y="15202"/>
                      <a:pt x="152" y="15175"/>
                    </a:cubicBezTo>
                    <a:cubicBezTo>
                      <a:pt x="134" y="14872"/>
                      <a:pt x="125" y="14568"/>
                      <a:pt x="125" y="14274"/>
                    </a:cubicBezTo>
                    <a:lnTo>
                      <a:pt x="125" y="14238"/>
                    </a:lnTo>
                    <a:cubicBezTo>
                      <a:pt x="125" y="14202"/>
                      <a:pt x="99" y="14176"/>
                      <a:pt x="63" y="14176"/>
                    </a:cubicBezTo>
                    <a:close/>
                    <a:moveTo>
                      <a:pt x="152" y="15880"/>
                    </a:moveTo>
                    <a:cubicBezTo>
                      <a:pt x="116" y="15889"/>
                      <a:pt x="90" y="15915"/>
                      <a:pt x="99" y="15951"/>
                    </a:cubicBezTo>
                    <a:cubicBezTo>
                      <a:pt x="108" y="16040"/>
                      <a:pt x="116" y="16129"/>
                      <a:pt x="125" y="16210"/>
                    </a:cubicBezTo>
                    <a:cubicBezTo>
                      <a:pt x="134" y="16245"/>
                      <a:pt x="161" y="16272"/>
                      <a:pt x="197" y="16272"/>
                    </a:cubicBezTo>
                    <a:cubicBezTo>
                      <a:pt x="197" y="16272"/>
                      <a:pt x="197" y="16272"/>
                      <a:pt x="206" y="16263"/>
                    </a:cubicBezTo>
                    <a:cubicBezTo>
                      <a:pt x="232" y="16263"/>
                      <a:pt x="259" y="16228"/>
                      <a:pt x="259" y="16192"/>
                    </a:cubicBezTo>
                    <a:cubicBezTo>
                      <a:pt x="241" y="16112"/>
                      <a:pt x="232" y="16022"/>
                      <a:pt x="224" y="15942"/>
                    </a:cubicBezTo>
                    <a:cubicBezTo>
                      <a:pt x="224" y="15906"/>
                      <a:pt x="188" y="15880"/>
                      <a:pt x="152" y="15880"/>
                    </a:cubicBezTo>
                    <a:close/>
                    <a:moveTo>
                      <a:pt x="28441" y="15255"/>
                    </a:moveTo>
                    <a:cubicBezTo>
                      <a:pt x="28405" y="15255"/>
                      <a:pt x="28378" y="15282"/>
                      <a:pt x="28369" y="15318"/>
                    </a:cubicBezTo>
                    <a:cubicBezTo>
                      <a:pt x="28352" y="15612"/>
                      <a:pt x="28316" y="15915"/>
                      <a:pt x="28280" y="16210"/>
                    </a:cubicBezTo>
                    <a:cubicBezTo>
                      <a:pt x="28271" y="16245"/>
                      <a:pt x="28298" y="16281"/>
                      <a:pt x="28334" y="16281"/>
                    </a:cubicBezTo>
                    <a:lnTo>
                      <a:pt x="28343" y="16281"/>
                    </a:lnTo>
                    <a:cubicBezTo>
                      <a:pt x="28369" y="16281"/>
                      <a:pt x="28405" y="16263"/>
                      <a:pt x="28405" y="16228"/>
                    </a:cubicBezTo>
                    <a:cubicBezTo>
                      <a:pt x="28450" y="15933"/>
                      <a:pt x="28476" y="15630"/>
                      <a:pt x="28503" y="15327"/>
                    </a:cubicBezTo>
                    <a:cubicBezTo>
                      <a:pt x="28503" y="15291"/>
                      <a:pt x="28476" y="15255"/>
                      <a:pt x="28441" y="15255"/>
                    </a:cubicBezTo>
                    <a:close/>
                    <a:moveTo>
                      <a:pt x="28302" y="16413"/>
                    </a:moveTo>
                    <a:cubicBezTo>
                      <a:pt x="28271" y="16413"/>
                      <a:pt x="28245" y="16437"/>
                      <a:pt x="28245" y="16468"/>
                    </a:cubicBezTo>
                    <a:cubicBezTo>
                      <a:pt x="28200" y="16718"/>
                      <a:pt x="28155" y="16977"/>
                      <a:pt x="28102" y="17227"/>
                    </a:cubicBezTo>
                    <a:cubicBezTo>
                      <a:pt x="28093" y="17262"/>
                      <a:pt x="28120" y="17298"/>
                      <a:pt x="28146" y="17298"/>
                    </a:cubicBezTo>
                    <a:cubicBezTo>
                      <a:pt x="28155" y="17307"/>
                      <a:pt x="28155" y="17307"/>
                      <a:pt x="28164" y="17307"/>
                    </a:cubicBezTo>
                    <a:cubicBezTo>
                      <a:pt x="28191" y="17307"/>
                      <a:pt x="28218" y="17280"/>
                      <a:pt x="28227" y="17253"/>
                    </a:cubicBezTo>
                    <a:cubicBezTo>
                      <a:pt x="28280" y="17004"/>
                      <a:pt x="28325" y="16745"/>
                      <a:pt x="28369" y="16486"/>
                    </a:cubicBezTo>
                    <a:cubicBezTo>
                      <a:pt x="28369" y="16451"/>
                      <a:pt x="28352" y="16415"/>
                      <a:pt x="28316" y="16415"/>
                    </a:cubicBezTo>
                    <a:cubicBezTo>
                      <a:pt x="28311" y="16414"/>
                      <a:pt x="28306" y="16413"/>
                      <a:pt x="28302" y="16413"/>
                    </a:cubicBezTo>
                    <a:close/>
                    <a:moveTo>
                      <a:pt x="331" y="17030"/>
                    </a:moveTo>
                    <a:cubicBezTo>
                      <a:pt x="295" y="17039"/>
                      <a:pt x="277" y="17075"/>
                      <a:pt x="277" y="17111"/>
                    </a:cubicBezTo>
                    <a:cubicBezTo>
                      <a:pt x="331" y="17361"/>
                      <a:pt x="393" y="17619"/>
                      <a:pt x="455" y="17869"/>
                    </a:cubicBezTo>
                    <a:cubicBezTo>
                      <a:pt x="464" y="17896"/>
                      <a:pt x="491" y="17914"/>
                      <a:pt x="518" y="17914"/>
                    </a:cubicBezTo>
                    <a:lnTo>
                      <a:pt x="536" y="17914"/>
                    </a:lnTo>
                    <a:cubicBezTo>
                      <a:pt x="571" y="17905"/>
                      <a:pt x="589" y="17869"/>
                      <a:pt x="580" y="17833"/>
                    </a:cubicBezTo>
                    <a:cubicBezTo>
                      <a:pt x="518" y="17592"/>
                      <a:pt x="455" y="17334"/>
                      <a:pt x="411" y="17084"/>
                    </a:cubicBezTo>
                    <a:cubicBezTo>
                      <a:pt x="402" y="17048"/>
                      <a:pt x="366" y="17030"/>
                      <a:pt x="331" y="17030"/>
                    </a:cubicBezTo>
                    <a:close/>
                    <a:moveTo>
                      <a:pt x="27950" y="18054"/>
                    </a:moveTo>
                    <a:cubicBezTo>
                      <a:pt x="27921" y="18054"/>
                      <a:pt x="27895" y="18071"/>
                      <a:pt x="27888" y="18101"/>
                    </a:cubicBezTo>
                    <a:cubicBezTo>
                      <a:pt x="27861" y="18181"/>
                      <a:pt x="27834" y="18262"/>
                      <a:pt x="27816" y="18351"/>
                    </a:cubicBezTo>
                    <a:cubicBezTo>
                      <a:pt x="27807" y="18386"/>
                      <a:pt x="27825" y="18422"/>
                      <a:pt x="27861" y="18431"/>
                    </a:cubicBezTo>
                    <a:lnTo>
                      <a:pt x="27879" y="18431"/>
                    </a:lnTo>
                    <a:cubicBezTo>
                      <a:pt x="27906" y="18431"/>
                      <a:pt x="27932" y="18413"/>
                      <a:pt x="27941" y="18386"/>
                    </a:cubicBezTo>
                    <a:cubicBezTo>
                      <a:pt x="27959" y="18306"/>
                      <a:pt x="27986" y="18217"/>
                      <a:pt x="28013" y="18137"/>
                    </a:cubicBezTo>
                    <a:cubicBezTo>
                      <a:pt x="28021" y="18101"/>
                      <a:pt x="27995" y="18065"/>
                      <a:pt x="27968" y="18056"/>
                    </a:cubicBezTo>
                    <a:cubicBezTo>
                      <a:pt x="27962" y="18055"/>
                      <a:pt x="27956" y="18054"/>
                      <a:pt x="27950" y="18054"/>
                    </a:cubicBezTo>
                    <a:close/>
                    <a:moveTo>
                      <a:pt x="586" y="18036"/>
                    </a:moveTo>
                    <a:cubicBezTo>
                      <a:pt x="581" y="18036"/>
                      <a:pt x="576" y="18037"/>
                      <a:pt x="571" y="18039"/>
                    </a:cubicBezTo>
                    <a:cubicBezTo>
                      <a:pt x="536" y="18047"/>
                      <a:pt x="518" y="18083"/>
                      <a:pt x="527" y="18119"/>
                    </a:cubicBezTo>
                    <a:cubicBezTo>
                      <a:pt x="607" y="18413"/>
                      <a:pt x="696" y="18699"/>
                      <a:pt x="794" y="18984"/>
                    </a:cubicBezTo>
                    <a:cubicBezTo>
                      <a:pt x="803" y="19011"/>
                      <a:pt x="830" y="19029"/>
                      <a:pt x="857" y="19029"/>
                    </a:cubicBezTo>
                    <a:lnTo>
                      <a:pt x="875" y="19029"/>
                    </a:lnTo>
                    <a:cubicBezTo>
                      <a:pt x="910" y="19011"/>
                      <a:pt x="928" y="18975"/>
                      <a:pt x="919" y="18948"/>
                    </a:cubicBezTo>
                    <a:cubicBezTo>
                      <a:pt x="821" y="18663"/>
                      <a:pt x="732" y="18378"/>
                      <a:pt x="643" y="18083"/>
                    </a:cubicBezTo>
                    <a:cubicBezTo>
                      <a:pt x="635" y="18054"/>
                      <a:pt x="610" y="18036"/>
                      <a:pt x="586" y="18036"/>
                    </a:cubicBezTo>
                    <a:close/>
                    <a:moveTo>
                      <a:pt x="1135" y="19628"/>
                    </a:moveTo>
                    <a:cubicBezTo>
                      <a:pt x="1126" y="19628"/>
                      <a:pt x="1116" y="19631"/>
                      <a:pt x="1107" y="19635"/>
                    </a:cubicBezTo>
                    <a:cubicBezTo>
                      <a:pt x="1080" y="19644"/>
                      <a:pt x="1062" y="19680"/>
                      <a:pt x="1071" y="19716"/>
                    </a:cubicBezTo>
                    <a:cubicBezTo>
                      <a:pt x="1107" y="19796"/>
                      <a:pt x="1142" y="19876"/>
                      <a:pt x="1178" y="19957"/>
                    </a:cubicBezTo>
                    <a:cubicBezTo>
                      <a:pt x="1187" y="19983"/>
                      <a:pt x="1214" y="19992"/>
                      <a:pt x="1232" y="19992"/>
                    </a:cubicBezTo>
                    <a:lnTo>
                      <a:pt x="1258" y="19992"/>
                    </a:lnTo>
                    <a:cubicBezTo>
                      <a:pt x="1294" y="19974"/>
                      <a:pt x="1312" y="19939"/>
                      <a:pt x="1294" y="19903"/>
                    </a:cubicBezTo>
                    <a:cubicBezTo>
                      <a:pt x="1258" y="19823"/>
                      <a:pt x="1223" y="19742"/>
                      <a:pt x="1196" y="19671"/>
                    </a:cubicBezTo>
                    <a:cubicBezTo>
                      <a:pt x="1183" y="19645"/>
                      <a:pt x="1160" y="19628"/>
                      <a:pt x="1135" y="19628"/>
                    </a:cubicBezTo>
                    <a:close/>
                    <a:moveTo>
                      <a:pt x="27628" y="19040"/>
                    </a:moveTo>
                    <a:cubicBezTo>
                      <a:pt x="27603" y="19040"/>
                      <a:pt x="27582" y="19056"/>
                      <a:pt x="27575" y="19082"/>
                    </a:cubicBezTo>
                    <a:cubicBezTo>
                      <a:pt x="27468" y="19359"/>
                      <a:pt x="27361" y="19644"/>
                      <a:pt x="27236" y="19921"/>
                    </a:cubicBezTo>
                    <a:cubicBezTo>
                      <a:pt x="27228" y="19948"/>
                      <a:pt x="27236" y="19983"/>
                      <a:pt x="27272" y="20001"/>
                    </a:cubicBezTo>
                    <a:cubicBezTo>
                      <a:pt x="27281" y="20001"/>
                      <a:pt x="27290" y="20010"/>
                      <a:pt x="27299" y="20010"/>
                    </a:cubicBezTo>
                    <a:cubicBezTo>
                      <a:pt x="27326" y="20010"/>
                      <a:pt x="27343" y="19992"/>
                      <a:pt x="27352" y="19965"/>
                    </a:cubicBezTo>
                    <a:cubicBezTo>
                      <a:pt x="27477" y="19689"/>
                      <a:pt x="27593" y="19412"/>
                      <a:pt x="27691" y="19127"/>
                    </a:cubicBezTo>
                    <a:cubicBezTo>
                      <a:pt x="27700" y="19091"/>
                      <a:pt x="27682" y="19056"/>
                      <a:pt x="27656" y="19047"/>
                    </a:cubicBezTo>
                    <a:cubicBezTo>
                      <a:pt x="27646" y="19042"/>
                      <a:pt x="27637" y="19040"/>
                      <a:pt x="27628" y="19040"/>
                    </a:cubicBezTo>
                    <a:close/>
                    <a:moveTo>
                      <a:pt x="27194" y="20114"/>
                    </a:moveTo>
                    <a:cubicBezTo>
                      <a:pt x="27167" y="20114"/>
                      <a:pt x="27143" y="20126"/>
                      <a:pt x="27129" y="20153"/>
                    </a:cubicBezTo>
                    <a:cubicBezTo>
                      <a:pt x="27022" y="20385"/>
                      <a:pt x="26915" y="20617"/>
                      <a:pt x="26790" y="20840"/>
                    </a:cubicBezTo>
                    <a:cubicBezTo>
                      <a:pt x="26773" y="20875"/>
                      <a:pt x="26790" y="20911"/>
                      <a:pt x="26817" y="20929"/>
                    </a:cubicBezTo>
                    <a:cubicBezTo>
                      <a:pt x="26826" y="20938"/>
                      <a:pt x="26844" y="20938"/>
                      <a:pt x="26853" y="20938"/>
                    </a:cubicBezTo>
                    <a:cubicBezTo>
                      <a:pt x="26871" y="20938"/>
                      <a:pt x="26897" y="20929"/>
                      <a:pt x="26906" y="20902"/>
                    </a:cubicBezTo>
                    <a:cubicBezTo>
                      <a:pt x="27031" y="20670"/>
                      <a:pt x="27147" y="20438"/>
                      <a:pt x="27254" y="20206"/>
                    </a:cubicBezTo>
                    <a:cubicBezTo>
                      <a:pt x="27263" y="20171"/>
                      <a:pt x="27254" y="20135"/>
                      <a:pt x="27219" y="20117"/>
                    </a:cubicBezTo>
                    <a:cubicBezTo>
                      <a:pt x="27210" y="20115"/>
                      <a:pt x="27202" y="20114"/>
                      <a:pt x="27194" y="20114"/>
                    </a:cubicBezTo>
                    <a:close/>
                    <a:moveTo>
                      <a:pt x="1617" y="20685"/>
                    </a:moveTo>
                    <a:cubicBezTo>
                      <a:pt x="1610" y="20685"/>
                      <a:pt x="1604" y="20686"/>
                      <a:pt x="1597" y="20688"/>
                    </a:cubicBezTo>
                    <a:cubicBezTo>
                      <a:pt x="1562" y="20706"/>
                      <a:pt x="1553" y="20751"/>
                      <a:pt x="1562" y="20777"/>
                    </a:cubicBezTo>
                    <a:cubicBezTo>
                      <a:pt x="1687" y="21009"/>
                      <a:pt x="1811" y="21241"/>
                      <a:pt x="1945" y="21464"/>
                    </a:cubicBezTo>
                    <a:cubicBezTo>
                      <a:pt x="1954" y="21482"/>
                      <a:pt x="1972" y="21491"/>
                      <a:pt x="1999" y="21491"/>
                    </a:cubicBezTo>
                    <a:cubicBezTo>
                      <a:pt x="2008" y="21491"/>
                      <a:pt x="2017" y="21491"/>
                      <a:pt x="2026" y="21482"/>
                    </a:cubicBezTo>
                    <a:cubicBezTo>
                      <a:pt x="2061" y="21464"/>
                      <a:pt x="2070" y="21429"/>
                      <a:pt x="2052" y="21402"/>
                    </a:cubicBezTo>
                    <a:cubicBezTo>
                      <a:pt x="1919" y="21179"/>
                      <a:pt x="1794" y="20947"/>
                      <a:pt x="1678" y="20724"/>
                    </a:cubicBezTo>
                    <a:cubicBezTo>
                      <a:pt x="1664" y="20696"/>
                      <a:pt x="1640" y="20685"/>
                      <a:pt x="1617" y="20685"/>
                    </a:cubicBezTo>
                    <a:close/>
                    <a:moveTo>
                      <a:pt x="26403" y="21598"/>
                    </a:moveTo>
                    <a:cubicBezTo>
                      <a:pt x="26384" y="21598"/>
                      <a:pt x="26365" y="21607"/>
                      <a:pt x="26353" y="21625"/>
                    </a:cubicBezTo>
                    <a:cubicBezTo>
                      <a:pt x="26309" y="21696"/>
                      <a:pt x="26255" y="21776"/>
                      <a:pt x="26211" y="21848"/>
                    </a:cubicBezTo>
                    <a:cubicBezTo>
                      <a:pt x="26193" y="21875"/>
                      <a:pt x="26202" y="21910"/>
                      <a:pt x="26237" y="21937"/>
                    </a:cubicBezTo>
                    <a:cubicBezTo>
                      <a:pt x="26246" y="21937"/>
                      <a:pt x="26255" y="21946"/>
                      <a:pt x="26264" y="21946"/>
                    </a:cubicBezTo>
                    <a:cubicBezTo>
                      <a:pt x="26291" y="21946"/>
                      <a:pt x="26309" y="21937"/>
                      <a:pt x="26318" y="21910"/>
                    </a:cubicBezTo>
                    <a:cubicBezTo>
                      <a:pt x="26371" y="21839"/>
                      <a:pt x="26416" y="21768"/>
                      <a:pt x="26460" y="21696"/>
                    </a:cubicBezTo>
                    <a:cubicBezTo>
                      <a:pt x="26478" y="21660"/>
                      <a:pt x="26469" y="21625"/>
                      <a:pt x="26434" y="21607"/>
                    </a:cubicBezTo>
                    <a:cubicBezTo>
                      <a:pt x="26424" y="21601"/>
                      <a:pt x="26413" y="21598"/>
                      <a:pt x="26403" y="21598"/>
                    </a:cubicBezTo>
                    <a:close/>
                    <a:moveTo>
                      <a:pt x="2130" y="21589"/>
                    </a:moveTo>
                    <a:cubicBezTo>
                      <a:pt x="2118" y="21589"/>
                      <a:pt x="2106" y="21592"/>
                      <a:pt x="2097" y="21598"/>
                    </a:cubicBezTo>
                    <a:cubicBezTo>
                      <a:pt x="2061" y="21616"/>
                      <a:pt x="2052" y="21660"/>
                      <a:pt x="2070" y="21687"/>
                    </a:cubicBezTo>
                    <a:cubicBezTo>
                      <a:pt x="2231" y="21946"/>
                      <a:pt x="2400" y="22205"/>
                      <a:pt x="2570" y="22445"/>
                    </a:cubicBezTo>
                    <a:cubicBezTo>
                      <a:pt x="2588" y="22463"/>
                      <a:pt x="2605" y="22472"/>
                      <a:pt x="2623" y="22472"/>
                    </a:cubicBezTo>
                    <a:cubicBezTo>
                      <a:pt x="2641" y="22472"/>
                      <a:pt x="2650" y="22472"/>
                      <a:pt x="2659" y="22463"/>
                    </a:cubicBezTo>
                    <a:cubicBezTo>
                      <a:pt x="2695" y="22445"/>
                      <a:pt x="2695" y="22401"/>
                      <a:pt x="2677" y="22374"/>
                    </a:cubicBezTo>
                    <a:cubicBezTo>
                      <a:pt x="2507" y="22133"/>
                      <a:pt x="2338" y="21875"/>
                      <a:pt x="2186" y="21616"/>
                    </a:cubicBezTo>
                    <a:cubicBezTo>
                      <a:pt x="2175" y="21599"/>
                      <a:pt x="2152" y="21589"/>
                      <a:pt x="2130" y="21589"/>
                    </a:cubicBezTo>
                    <a:close/>
                    <a:moveTo>
                      <a:pt x="3088" y="22969"/>
                    </a:moveTo>
                    <a:cubicBezTo>
                      <a:pt x="3075" y="22969"/>
                      <a:pt x="3063" y="22973"/>
                      <a:pt x="3051" y="22981"/>
                    </a:cubicBezTo>
                    <a:cubicBezTo>
                      <a:pt x="3016" y="23008"/>
                      <a:pt x="3016" y="23043"/>
                      <a:pt x="3034" y="23079"/>
                    </a:cubicBezTo>
                    <a:cubicBezTo>
                      <a:pt x="3087" y="23141"/>
                      <a:pt x="3141" y="23213"/>
                      <a:pt x="3203" y="23275"/>
                    </a:cubicBezTo>
                    <a:cubicBezTo>
                      <a:pt x="3212" y="23293"/>
                      <a:pt x="3230" y="23302"/>
                      <a:pt x="3248" y="23302"/>
                    </a:cubicBezTo>
                    <a:cubicBezTo>
                      <a:pt x="3266" y="23302"/>
                      <a:pt x="3274" y="23293"/>
                      <a:pt x="3292" y="23284"/>
                    </a:cubicBezTo>
                    <a:cubicBezTo>
                      <a:pt x="3319" y="23266"/>
                      <a:pt x="3319" y="23222"/>
                      <a:pt x="3301" y="23195"/>
                    </a:cubicBezTo>
                    <a:cubicBezTo>
                      <a:pt x="3248" y="23132"/>
                      <a:pt x="3194" y="23061"/>
                      <a:pt x="3141" y="22999"/>
                    </a:cubicBezTo>
                    <a:cubicBezTo>
                      <a:pt x="3125" y="22978"/>
                      <a:pt x="3106" y="22969"/>
                      <a:pt x="3088" y="22969"/>
                    </a:cubicBezTo>
                    <a:close/>
                    <a:moveTo>
                      <a:pt x="25832" y="22456"/>
                    </a:moveTo>
                    <a:cubicBezTo>
                      <a:pt x="25812" y="22456"/>
                      <a:pt x="25793" y="22466"/>
                      <a:pt x="25782" y="22481"/>
                    </a:cubicBezTo>
                    <a:cubicBezTo>
                      <a:pt x="25604" y="22731"/>
                      <a:pt x="25425" y="22972"/>
                      <a:pt x="25238" y="23204"/>
                    </a:cubicBezTo>
                    <a:cubicBezTo>
                      <a:pt x="25211" y="23231"/>
                      <a:pt x="25220" y="23266"/>
                      <a:pt x="25247" y="23293"/>
                    </a:cubicBezTo>
                    <a:cubicBezTo>
                      <a:pt x="25256" y="23302"/>
                      <a:pt x="25274" y="23302"/>
                      <a:pt x="25283" y="23302"/>
                    </a:cubicBezTo>
                    <a:cubicBezTo>
                      <a:pt x="25301" y="23302"/>
                      <a:pt x="25318" y="23293"/>
                      <a:pt x="25336" y="23284"/>
                    </a:cubicBezTo>
                    <a:cubicBezTo>
                      <a:pt x="25524" y="23043"/>
                      <a:pt x="25711" y="22802"/>
                      <a:pt x="25889" y="22561"/>
                    </a:cubicBezTo>
                    <a:cubicBezTo>
                      <a:pt x="25907" y="22526"/>
                      <a:pt x="25898" y="22490"/>
                      <a:pt x="25872" y="22472"/>
                    </a:cubicBezTo>
                    <a:cubicBezTo>
                      <a:pt x="25860" y="22461"/>
                      <a:pt x="25846" y="22456"/>
                      <a:pt x="25832" y="22456"/>
                    </a:cubicBezTo>
                    <a:close/>
                    <a:moveTo>
                      <a:pt x="25121" y="23375"/>
                    </a:moveTo>
                    <a:cubicBezTo>
                      <a:pt x="25103" y="23375"/>
                      <a:pt x="25084" y="23384"/>
                      <a:pt x="25069" y="23400"/>
                    </a:cubicBezTo>
                    <a:cubicBezTo>
                      <a:pt x="24908" y="23596"/>
                      <a:pt x="24730" y="23784"/>
                      <a:pt x="24560" y="23971"/>
                    </a:cubicBezTo>
                    <a:cubicBezTo>
                      <a:pt x="24533" y="23998"/>
                      <a:pt x="24533" y="24042"/>
                      <a:pt x="24560" y="24069"/>
                    </a:cubicBezTo>
                    <a:cubicBezTo>
                      <a:pt x="24569" y="24078"/>
                      <a:pt x="24587" y="24078"/>
                      <a:pt x="24605" y="24078"/>
                    </a:cubicBezTo>
                    <a:cubicBezTo>
                      <a:pt x="24623" y="24078"/>
                      <a:pt x="24640" y="24078"/>
                      <a:pt x="24649" y="24060"/>
                    </a:cubicBezTo>
                    <a:cubicBezTo>
                      <a:pt x="24828" y="23873"/>
                      <a:pt x="24997" y="23677"/>
                      <a:pt x="25167" y="23480"/>
                    </a:cubicBezTo>
                    <a:cubicBezTo>
                      <a:pt x="25194" y="23454"/>
                      <a:pt x="25185" y="23409"/>
                      <a:pt x="25158" y="23391"/>
                    </a:cubicBezTo>
                    <a:cubicBezTo>
                      <a:pt x="25147" y="23380"/>
                      <a:pt x="25134" y="23375"/>
                      <a:pt x="25121" y="23375"/>
                    </a:cubicBezTo>
                    <a:close/>
                    <a:moveTo>
                      <a:pt x="3845" y="23853"/>
                    </a:moveTo>
                    <a:cubicBezTo>
                      <a:pt x="3830" y="23853"/>
                      <a:pt x="3814" y="23859"/>
                      <a:pt x="3801" y="23873"/>
                    </a:cubicBezTo>
                    <a:cubicBezTo>
                      <a:pt x="3774" y="23900"/>
                      <a:pt x="3774" y="23935"/>
                      <a:pt x="3792" y="23962"/>
                    </a:cubicBezTo>
                    <a:cubicBezTo>
                      <a:pt x="3970" y="24158"/>
                      <a:pt x="4158" y="24346"/>
                      <a:pt x="4345" y="24524"/>
                    </a:cubicBezTo>
                    <a:cubicBezTo>
                      <a:pt x="4354" y="24533"/>
                      <a:pt x="4372" y="24542"/>
                      <a:pt x="4390" y="24542"/>
                    </a:cubicBezTo>
                    <a:cubicBezTo>
                      <a:pt x="4399" y="24542"/>
                      <a:pt x="4416" y="24533"/>
                      <a:pt x="4434" y="24524"/>
                    </a:cubicBezTo>
                    <a:cubicBezTo>
                      <a:pt x="4461" y="24497"/>
                      <a:pt x="4452" y="24453"/>
                      <a:pt x="4434" y="24426"/>
                    </a:cubicBezTo>
                    <a:cubicBezTo>
                      <a:pt x="4247" y="24248"/>
                      <a:pt x="4068" y="24069"/>
                      <a:pt x="3890" y="23873"/>
                    </a:cubicBezTo>
                    <a:cubicBezTo>
                      <a:pt x="3877" y="23859"/>
                      <a:pt x="3861" y="23853"/>
                      <a:pt x="3845" y="23853"/>
                    </a:cubicBezTo>
                    <a:close/>
                    <a:moveTo>
                      <a:pt x="23962" y="24593"/>
                    </a:moveTo>
                    <a:cubicBezTo>
                      <a:pt x="23947" y="24593"/>
                      <a:pt x="23931" y="24600"/>
                      <a:pt x="23918" y="24613"/>
                    </a:cubicBezTo>
                    <a:cubicBezTo>
                      <a:pt x="23855" y="24667"/>
                      <a:pt x="23793" y="24729"/>
                      <a:pt x="23730" y="24783"/>
                    </a:cubicBezTo>
                    <a:cubicBezTo>
                      <a:pt x="23704" y="24810"/>
                      <a:pt x="23695" y="24845"/>
                      <a:pt x="23722" y="24872"/>
                    </a:cubicBezTo>
                    <a:cubicBezTo>
                      <a:pt x="23739" y="24890"/>
                      <a:pt x="23748" y="24899"/>
                      <a:pt x="23766" y="24899"/>
                    </a:cubicBezTo>
                    <a:cubicBezTo>
                      <a:pt x="23784" y="24899"/>
                      <a:pt x="23802" y="24890"/>
                      <a:pt x="23811" y="24881"/>
                    </a:cubicBezTo>
                    <a:cubicBezTo>
                      <a:pt x="23873" y="24818"/>
                      <a:pt x="23945" y="24765"/>
                      <a:pt x="24007" y="24703"/>
                    </a:cubicBezTo>
                    <a:cubicBezTo>
                      <a:pt x="24034" y="24676"/>
                      <a:pt x="24034" y="24640"/>
                      <a:pt x="24007" y="24613"/>
                    </a:cubicBezTo>
                    <a:cubicBezTo>
                      <a:pt x="23994" y="24600"/>
                      <a:pt x="23978" y="24593"/>
                      <a:pt x="23962" y="24593"/>
                    </a:cubicBezTo>
                    <a:close/>
                    <a:moveTo>
                      <a:pt x="4578" y="24592"/>
                    </a:moveTo>
                    <a:cubicBezTo>
                      <a:pt x="4558" y="24592"/>
                      <a:pt x="4538" y="24599"/>
                      <a:pt x="4523" y="24613"/>
                    </a:cubicBezTo>
                    <a:cubicBezTo>
                      <a:pt x="4506" y="24631"/>
                      <a:pt x="4506" y="24676"/>
                      <a:pt x="4532" y="24703"/>
                    </a:cubicBezTo>
                    <a:cubicBezTo>
                      <a:pt x="4746" y="24908"/>
                      <a:pt x="4978" y="25104"/>
                      <a:pt x="5210" y="25300"/>
                    </a:cubicBezTo>
                    <a:cubicBezTo>
                      <a:pt x="5228" y="25309"/>
                      <a:pt x="5237" y="25318"/>
                      <a:pt x="5255" y="25318"/>
                    </a:cubicBezTo>
                    <a:cubicBezTo>
                      <a:pt x="5273" y="25318"/>
                      <a:pt x="5291" y="25309"/>
                      <a:pt x="5300" y="25291"/>
                    </a:cubicBezTo>
                    <a:cubicBezTo>
                      <a:pt x="5326" y="25265"/>
                      <a:pt x="5326" y="25220"/>
                      <a:pt x="5291" y="25202"/>
                    </a:cubicBezTo>
                    <a:cubicBezTo>
                      <a:pt x="5068" y="25015"/>
                      <a:pt x="4836" y="24810"/>
                      <a:pt x="4622" y="24604"/>
                    </a:cubicBezTo>
                    <a:cubicBezTo>
                      <a:pt x="4610" y="24596"/>
                      <a:pt x="4594" y="24592"/>
                      <a:pt x="4578" y="24592"/>
                    </a:cubicBezTo>
                    <a:close/>
                    <a:moveTo>
                      <a:pt x="5863" y="25662"/>
                    </a:moveTo>
                    <a:cubicBezTo>
                      <a:pt x="5845" y="25662"/>
                      <a:pt x="5827" y="25669"/>
                      <a:pt x="5817" y="25684"/>
                    </a:cubicBezTo>
                    <a:cubicBezTo>
                      <a:pt x="5790" y="25720"/>
                      <a:pt x="5799" y="25755"/>
                      <a:pt x="5826" y="25782"/>
                    </a:cubicBezTo>
                    <a:cubicBezTo>
                      <a:pt x="5897" y="25827"/>
                      <a:pt x="5969" y="25880"/>
                      <a:pt x="6040" y="25934"/>
                    </a:cubicBezTo>
                    <a:cubicBezTo>
                      <a:pt x="6049" y="25934"/>
                      <a:pt x="6067" y="25943"/>
                      <a:pt x="6076" y="25943"/>
                    </a:cubicBezTo>
                    <a:cubicBezTo>
                      <a:pt x="6094" y="25943"/>
                      <a:pt x="6111" y="25934"/>
                      <a:pt x="6129" y="25916"/>
                    </a:cubicBezTo>
                    <a:cubicBezTo>
                      <a:pt x="6147" y="25889"/>
                      <a:pt x="6138" y="25844"/>
                      <a:pt x="6111" y="25827"/>
                    </a:cubicBezTo>
                    <a:cubicBezTo>
                      <a:pt x="6040" y="25773"/>
                      <a:pt x="5978" y="25728"/>
                      <a:pt x="5906" y="25675"/>
                    </a:cubicBezTo>
                    <a:cubicBezTo>
                      <a:pt x="5894" y="25667"/>
                      <a:pt x="5879" y="25662"/>
                      <a:pt x="5863" y="25662"/>
                    </a:cubicBezTo>
                    <a:close/>
                    <a:moveTo>
                      <a:pt x="23182" y="25270"/>
                    </a:moveTo>
                    <a:cubicBezTo>
                      <a:pt x="23168" y="25270"/>
                      <a:pt x="23154" y="25274"/>
                      <a:pt x="23142" y="25282"/>
                    </a:cubicBezTo>
                    <a:cubicBezTo>
                      <a:pt x="22910" y="25470"/>
                      <a:pt x="22660" y="25657"/>
                      <a:pt x="22419" y="25827"/>
                    </a:cubicBezTo>
                    <a:cubicBezTo>
                      <a:pt x="22392" y="25844"/>
                      <a:pt x="22383" y="25889"/>
                      <a:pt x="22401" y="25916"/>
                    </a:cubicBezTo>
                    <a:cubicBezTo>
                      <a:pt x="22419" y="25934"/>
                      <a:pt x="22437" y="25943"/>
                      <a:pt x="22455" y="25943"/>
                    </a:cubicBezTo>
                    <a:cubicBezTo>
                      <a:pt x="22473" y="25943"/>
                      <a:pt x="22482" y="25943"/>
                      <a:pt x="22490" y="25934"/>
                    </a:cubicBezTo>
                    <a:cubicBezTo>
                      <a:pt x="22740" y="25755"/>
                      <a:pt x="22981" y="25577"/>
                      <a:pt x="23222" y="25381"/>
                    </a:cubicBezTo>
                    <a:cubicBezTo>
                      <a:pt x="23249" y="25363"/>
                      <a:pt x="23249" y="25318"/>
                      <a:pt x="23231" y="25291"/>
                    </a:cubicBezTo>
                    <a:cubicBezTo>
                      <a:pt x="23216" y="25277"/>
                      <a:pt x="23199" y="25270"/>
                      <a:pt x="23182" y="25270"/>
                    </a:cubicBezTo>
                    <a:close/>
                    <a:moveTo>
                      <a:pt x="22246" y="25963"/>
                    </a:moveTo>
                    <a:cubicBezTo>
                      <a:pt x="22233" y="25963"/>
                      <a:pt x="22219" y="25968"/>
                      <a:pt x="22205" y="25978"/>
                    </a:cubicBezTo>
                    <a:cubicBezTo>
                      <a:pt x="21991" y="26121"/>
                      <a:pt x="21777" y="26264"/>
                      <a:pt x="21554" y="26389"/>
                    </a:cubicBezTo>
                    <a:cubicBezTo>
                      <a:pt x="21527" y="26406"/>
                      <a:pt x="21518" y="26451"/>
                      <a:pt x="21536" y="26478"/>
                    </a:cubicBezTo>
                    <a:cubicBezTo>
                      <a:pt x="21545" y="26496"/>
                      <a:pt x="21572" y="26513"/>
                      <a:pt x="21589" y="26513"/>
                    </a:cubicBezTo>
                    <a:cubicBezTo>
                      <a:pt x="21598" y="26513"/>
                      <a:pt x="21616" y="26505"/>
                      <a:pt x="21625" y="26505"/>
                    </a:cubicBezTo>
                    <a:cubicBezTo>
                      <a:pt x="21848" y="26371"/>
                      <a:pt x="22062" y="26228"/>
                      <a:pt x="22276" y="26085"/>
                    </a:cubicBezTo>
                    <a:cubicBezTo>
                      <a:pt x="22312" y="26059"/>
                      <a:pt x="22321" y="26023"/>
                      <a:pt x="22294" y="25996"/>
                    </a:cubicBezTo>
                    <a:cubicBezTo>
                      <a:pt x="22283" y="25974"/>
                      <a:pt x="22266" y="25963"/>
                      <a:pt x="22246" y="25963"/>
                    </a:cubicBezTo>
                    <a:close/>
                    <a:moveTo>
                      <a:pt x="6832" y="26308"/>
                    </a:moveTo>
                    <a:cubicBezTo>
                      <a:pt x="6811" y="26308"/>
                      <a:pt x="6789" y="26320"/>
                      <a:pt x="6772" y="26344"/>
                    </a:cubicBezTo>
                    <a:cubicBezTo>
                      <a:pt x="6754" y="26371"/>
                      <a:pt x="6763" y="26415"/>
                      <a:pt x="6798" y="26433"/>
                    </a:cubicBezTo>
                    <a:cubicBezTo>
                      <a:pt x="7012" y="26567"/>
                      <a:pt x="7244" y="26701"/>
                      <a:pt x="7467" y="26817"/>
                    </a:cubicBezTo>
                    <a:cubicBezTo>
                      <a:pt x="7476" y="26826"/>
                      <a:pt x="7494" y="26826"/>
                      <a:pt x="7503" y="26826"/>
                    </a:cubicBezTo>
                    <a:cubicBezTo>
                      <a:pt x="7521" y="26826"/>
                      <a:pt x="7548" y="26817"/>
                      <a:pt x="7557" y="26790"/>
                    </a:cubicBezTo>
                    <a:cubicBezTo>
                      <a:pt x="7574" y="26763"/>
                      <a:pt x="7566" y="26728"/>
                      <a:pt x="7530" y="26710"/>
                    </a:cubicBezTo>
                    <a:cubicBezTo>
                      <a:pt x="7307" y="26585"/>
                      <a:pt x="7084" y="26451"/>
                      <a:pt x="6861" y="26317"/>
                    </a:cubicBezTo>
                    <a:cubicBezTo>
                      <a:pt x="6852" y="26311"/>
                      <a:pt x="6842" y="26308"/>
                      <a:pt x="6832" y="26308"/>
                    </a:cubicBezTo>
                    <a:close/>
                    <a:moveTo>
                      <a:pt x="20804" y="26826"/>
                    </a:moveTo>
                    <a:cubicBezTo>
                      <a:pt x="20792" y="26826"/>
                      <a:pt x="20781" y="26829"/>
                      <a:pt x="20769" y="26835"/>
                    </a:cubicBezTo>
                    <a:cubicBezTo>
                      <a:pt x="20697" y="26870"/>
                      <a:pt x="20617" y="26915"/>
                      <a:pt x="20537" y="26951"/>
                    </a:cubicBezTo>
                    <a:cubicBezTo>
                      <a:pt x="20510" y="26968"/>
                      <a:pt x="20492" y="27004"/>
                      <a:pt x="20510" y="27031"/>
                    </a:cubicBezTo>
                    <a:cubicBezTo>
                      <a:pt x="20519" y="27058"/>
                      <a:pt x="20546" y="27067"/>
                      <a:pt x="20572" y="27067"/>
                    </a:cubicBezTo>
                    <a:lnTo>
                      <a:pt x="20599" y="27067"/>
                    </a:lnTo>
                    <a:cubicBezTo>
                      <a:pt x="20671" y="27022"/>
                      <a:pt x="20751" y="26986"/>
                      <a:pt x="20831" y="26951"/>
                    </a:cubicBezTo>
                    <a:cubicBezTo>
                      <a:pt x="20858" y="26933"/>
                      <a:pt x="20876" y="26888"/>
                      <a:pt x="20858" y="26861"/>
                    </a:cubicBezTo>
                    <a:cubicBezTo>
                      <a:pt x="20846" y="26838"/>
                      <a:pt x="20826" y="26826"/>
                      <a:pt x="20804" y="26826"/>
                    </a:cubicBezTo>
                    <a:close/>
                    <a:moveTo>
                      <a:pt x="7732" y="26819"/>
                    </a:moveTo>
                    <a:cubicBezTo>
                      <a:pt x="7708" y="26819"/>
                      <a:pt x="7685" y="26833"/>
                      <a:pt x="7673" y="26852"/>
                    </a:cubicBezTo>
                    <a:cubicBezTo>
                      <a:pt x="7655" y="26888"/>
                      <a:pt x="7664" y="26924"/>
                      <a:pt x="7699" y="26942"/>
                    </a:cubicBezTo>
                    <a:cubicBezTo>
                      <a:pt x="7967" y="27084"/>
                      <a:pt x="8244" y="27209"/>
                      <a:pt x="8520" y="27334"/>
                    </a:cubicBezTo>
                    <a:cubicBezTo>
                      <a:pt x="8529" y="27334"/>
                      <a:pt x="8538" y="27343"/>
                      <a:pt x="8547" y="27343"/>
                    </a:cubicBezTo>
                    <a:cubicBezTo>
                      <a:pt x="8565" y="27343"/>
                      <a:pt x="8591" y="27325"/>
                      <a:pt x="8600" y="27299"/>
                    </a:cubicBezTo>
                    <a:cubicBezTo>
                      <a:pt x="8618" y="27272"/>
                      <a:pt x="8600" y="27227"/>
                      <a:pt x="8574" y="27218"/>
                    </a:cubicBezTo>
                    <a:cubicBezTo>
                      <a:pt x="8297" y="27093"/>
                      <a:pt x="8020" y="26968"/>
                      <a:pt x="7762" y="26826"/>
                    </a:cubicBezTo>
                    <a:cubicBezTo>
                      <a:pt x="7752" y="26821"/>
                      <a:pt x="7742" y="26819"/>
                      <a:pt x="7732" y="26819"/>
                    </a:cubicBezTo>
                    <a:close/>
                    <a:moveTo>
                      <a:pt x="9259" y="27506"/>
                    </a:moveTo>
                    <a:cubicBezTo>
                      <a:pt x="9234" y="27506"/>
                      <a:pt x="9211" y="27522"/>
                      <a:pt x="9198" y="27548"/>
                    </a:cubicBezTo>
                    <a:cubicBezTo>
                      <a:pt x="9189" y="27575"/>
                      <a:pt x="9207" y="27620"/>
                      <a:pt x="9243" y="27629"/>
                    </a:cubicBezTo>
                    <a:cubicBezTo>
                      <a:pt x="9323" y="27655"/>
                      <a:pt x="9403" y="27691"/>
                      <a:pt x="9484" y="27718"/>
                    </a:cubicBezTo>
                    <a:lnTo>
                      <a:pt x="9501" y="27718"/>
                    </a:lnTo>
                    <a:cubicBezTo>
                      <a:pt x="9528" y="27718"/>
                      <a:pt x="9555" y="27709"/>
                      <a:pt x="9564" y="27682"/>
                    </a:cubicBezTo>
                    <a:cubicBezTo>
                      <a:pt x="9573" y="27646"/>
                      <a:pt x="9555" y="27611"/>
                      <a:pt x="9528" y="27593"/>
                    </a:cubicBezTo>
                    <a:cubicBezTo>
                      <a:pt x="9448" y="27566"/>
                      <a:pt x="9368" y="27539"/>
                      <a:pt x="9287" y="27513"/>
                    </a:cubicBezTo>
                    <a:cubicBezTo>
                      <a:pt x="9278" y="27508"/>
                      <a:pt x="9268" y="27506"/>
                      <a:pt x="9259" y="27506"/>
                    </a:cubicBezTo>
                    <a:close/>
                    <a:moveTo>
                      <a:pt x="19861" y="27269"/>
                    </a:moveTo>
                    <a:cubicBezTo>
                      <a:pt x="19854" y="27269"/>
                      <a:pt x="19847" y="27270"/>
                      <a:pt x="19841" y="27272"/>
                    </a:cubicBezTo>
                    <a:cubicBezTo>
                      <a:pt x="19564" y="27388"/>
                      <a:pt x="19279" y="27504"/>
                      <a:pt x="18993" y="27602"/>
                    </a:cubicBezTo>
                    <a:cubicBezTo>
                      <a:pt x="18967" y="27611"/>
                      <a:pt x="18949" y="27646"/>
                      <a:pt x="18958" y="27682"/>
                    </a:cubicBezTo>
                    <a:cubicBezTo>
                      <a:pt x="18967" y="27709"/>
                      <a:pt x="18993" y="27727"/>
                      <a:pt x="19020" y="27727"/>
                    </a:cubicBezTo>
                    <a:lnTo>
                      <a:pt x="19038" y="27727"/>
                    </a:lnTo>
                    <a:cubicBezTo>
                      <a:pt x="19323" y="27620"/>
                      <a:pt x="19609" y="27513"/>
                      <a:pt x="19885" y="27388"/>
                    </a:cubicBezTo>
                    <a:cubicBezTo>
                      <a:pt x="19921" y="27379"/>
                      <a:pt x="19939" y="27343"/>
                      <a:pt x="19921" y="27307"/>
                    </a:cubicBezTo>
                    <a:cubicBezTo>
                      <a:pt x="19908" y="27280"/>
                      <a:pt x="19883" y="27269"/>
                      <a:pt x="19861" y="27269"/>
                    </a:cubicBezTo>
                    <a:close/>
                    <a:moveTo>
                      <a:pt x="18771" y="27680"/>
                    </a:moveTo>
                    <a:cubicBezTo>
                      <a:pt x="18765" y="27680"/>
                      <a:pt x="18759" y="27681"/>
                      <a:pt x="18753" y="27682"/>
                    </a:cubicBezTo>
                    <a:cubicBezTo>
                      <a:pt x="18512" y="27771"/>
                      <a:pt x="18262" y="27843"/>
                      <a:pt x="18012" y="27914"/>
                    </a:cubicBezTo>
                    <a:cubicBezTo>
                      <a:pt x="17976" y="27923"/>
                      <a:pt x="17959" y="27959"/>
                      <a:pt x="17967" y="27985"/>
                    </a:cubicBezTo>
                    <a:cubicBezTo>
                      <a:pt x="17976" y="28021"/>
                      <a:pt x="18003" y="28039"/>
                      <a:pt x="18030" y="28039"/>
                    </a:cubicBezTo>
                    <a:lnTo>
                      <a:pt x="18048" y="28039"/>
                    </a:lnTo>
                    <a:cubicBezTo>
                      <a:pt x="18298" y="27968"/>
                      <a:pt x="18547" y="27887"/>
                      <a:pt x="18797" y="27807"/>
                    </a:cubicBezTo>
                    <a:cubicBezTo>
                      <a:pt x="18824" y="27798"/>
                      <a:pt x="18842" y="27762"/>
                      <a:pt x="18833" y="27727"/>
                    </a:cubicBezTo>
                    <a:cubicBezTo>
                      <a:pt x="18825" y="27697"/>
                      <a:pt x="18800" y="27680"/>
                      <a:pt x="18771" y="27680"/>
                    </a:cubicBezTo>
                    <a:close/>
                    <a:moveTo>
                      <a:pt x="10366" y="27867"/>
                    </a:moveTo>
                    <a:cubicBezTo>
                      <a:pt x="10337" y="27867"/>
                      <a:pt x="10312" y="27885"/>
                      <a:pt x="10304" y="27914"/>
                    </a:cubicBezTo>
                    <a:cubicBezTo>
                      <a:pt x="10295" y="27950"/>
                      <a:pt x="10313" y="27985"/>
                      <a:pt x="10349" y="27994"/>
                    </a:cubicBezTo>
                    <a:cubicBezTo>
                      <a:pt x="10599" y="28066"/>
                      <a:pt x="10848" y="28128"/>
                      <a:pt x="11107" y="28191"/>
                    </a:cubicBezTo>
                    <a:lnTo>
                      <a:pt x="11116" y="28191"/>
                    </a:lnTo>
                    <a:cubicBezTo>
                      <a:pt x="11143" y="28191"/>
                      <a:pt x="11170" y="28173"/>
                      <a:pt x="11179" y="28137"/>
                    </a:cubicBezTo>
                    <a:cubicBezTo>
                      <a:pt x="11187" y="28101"/>
                      <a:pt x="11170" y="28075"/>
                      <a:pt x="11134" y="28066"/>
                    </a:cubicBezTo>
                    <a:cubicBezTo>
                      <a:pt x="10884" y="28003"/>
                      <a:pt x="10625" y="27941"/>
                      <a:pt x="10385" y="27869"/>
                    </a:cubicBezTo>
                    <a:cubicBezTo>
                      <a:pt x="10378" y="27868"/>
                      <a:pt x="10372" y="27867"/>
                      <a:pt x="10366" y="27867"/>
                    </a:cubicBezTo>
                    <a:close/>
                    <a:moveTo>
                      <a:pt x="17152" y="28118"/>
                    </a:moveTo>
                    <a:cubicBezTo>
                      <a:pt x="17147" y="28118"/>
                      <a:pt x="17142" y="28118"/>
                      <a:pt x="17138" y="28119"/>
                    </a:cubicBezTo>
                    <a:cubicBezTo>
                      <a:pt x="17058" y="28137"/>
                      <a:pt x="16968" y="28155"/>
                      <a:pt x="16888" y="28173"/>
                    </a:cubicBezTo>
                    <a:cubicBezTo>
                      <a:pt x="16852" y="28173"/>
                      <a:pt x="16826" y="28208"/>
                      <a:pt x="16834" y="28244"/>
                    </a:cubicBezTo>
                    <a:cubicBezTo>
                      <a:pt x="16834" y="28280"/>
                      <a:pt x="16870" y="28298"/>
                      <a:pt x="16897" y="28298"/>
                    </a:cubicBezTo>
                    <a:lnTo>
                      <a:pt x="16906" y="28298"/>
                    </a:lnTo>
                    <a:cubicBezTo>
                      <a:pt x="16995" y="28280"/>
                      <a:pt x="17075" y="28262"/>
                      <a:pt x="17165" y="28244"/>
                    </a:cubicBezTo>
                    <a:cubicBezTo>
                      <a:pt x="17200" y="28235"/>
                      <a:pt x="17218" y="28208"/>
                      <a:pt x="17209" y="28173"/>
                    </a:cubicBezTo>
                    <a:cubicBezTo>
                      <a:pt x="17209" y="28142"/>
                      <a:pt x="17182" y="28118"/>
                      <a:pt x="17152" y="28118"/>
                    </a:cubicBezTo>
                    <a:close/>
                    <a:moveTo>
                      <a:pt x="11365" y="28117"/>
                    </a:moveTo>
                    <a:cubicBezTo>
                      <a:pt x="11337" y="28117"/>
                      <a:pt x="11311" y="28134"/>
                      <a:pt x="11303" y="28164"/>
                    </a:cubicBezTo>
                    <a:cubicBezTo>
                      <a:pt x="11303" y="28200"/>
                      <a:pt x="11321" y="28235"/>
                      <a:pt x="11357" y="28244"/>
                    </a:cubicBezTo>
                    <a:cubicBezTo>
                      <a:pt x="11651" y="28307"/>
                      <a:pt x="11955" y="28360"/>
                      <a:pt x="12249" y="28396"/>
                    </a:cubicBezTo>
                    <a:lnTo>
                      <a:pt x="12258" y="28396"/>
                    </a:lnTo>
                    <a:cubicBezTo>
                      <a:pt x="12294" y="28396"/>
                      <a:pt x="12320" y="28378"/>
                      <a:pt x="12329" y="28342"/>
                    </a:cubicBezTo>
                    <a:cubicBezTo>
                      <a:pt x="12329" y="28307"/>
                      <a:pt x="12303" y="28280"/>
                      <a:pt x="12267" y="28271"/>
                    </a:cubicBezTo>
                    <a:cubicBezTo>
                      <a:pt x="11973" y="28226"/>
                      <a:pt x="11678" y="28182"/>
                      <a:pt x="11384" y="28119"/>
                    </a:cubicBezTo>
                    <a:cubicBezTo>
                      <a:pt x="11378" y="28118"/>
                      <a:pt x="11371" y="28117"/>
                      <a:pt x="11365" y="28117"/>
                    </a:cubicBezTo>
                    <a:close/>
                    <a:moveTo>
                      <a:pt x="13029" y="28358"/>
                    </a:moveTo>
                    <a:cubicBezTo>
                      <a:pt x="12999" y="28358"/>
                      <a:pt x="12972" y="28383"/>
                      <a:pt x="12972" y="28414"/>
                    </a:cubicBezTo>
                    <a:cubicBezTo>
                      <a:pt x="12963" y="28449"/>
                      <a:pt x="12990" y="28485"/>
                      <a:pt x="13025" y="28485"/>
                    </a:cubicBezTo>
                    <a:cubicBezTo>
                      <a:pt x="13114" y="28494"/>
                      <a:pt x="13204" y="28503"/>
                      <a:pt x="13284" y="28503"/>
                    </a:cubicBezTo>
                    <a:lnTo>
                      <a:pt x="13293" y="28503"/>
                    </a:lnTo>
                    <a:cubicBezTo>
                      <a:pt x="13329" y="28503"/>
                      <a:pt x="13355" y="28485"/>
                      <a:pt x="13355" y="28449"/>
                    </a:cubicBezTo>
                    <a:cubicBezTo>
                      <a:pt x="13355" y="28414"/>
                      <a:pt x="13329" y="28378"/>
                      <a:pt x="13293" y="28378"/>
                    </a:cubicBezTo>
                    <a:cubicBezTo>
                      <a:pt x="13213" y="28369"/>
                      <a:pt x="13123" y="28369"/>
                      <a:pt x="13043" y="28360"/>
                    </a:cubicBezTo>
                    <a:cubicBezTo>
                      <a:pt x="13038" y="28359"/>
                      <a:pt x="13034" y="28358"/>
                      <a:pt x="13029" y="28358"/>
                    </a:cubicBezTo>
                    <a:close/>
                    <a:moveTo>
                      <a:pt x="16121" y="28289"/>
                    </a:moveTo>
                    <a:cubicBezTo>
                      <a:pt x="15826" y="28333"/>
                      <a:pt x="15523" y="28360"/>
                      <a:pt x="15229" y="28378"/>
                    </a:cubicBezTo>
                    <a:cubicBezTo>
                      <a:pt x="15193" y="28378"/>
                      <a:pt x="15166" y="28414"/>
                      <a:pt x="15166" y="28449"/>
                    </a:cubicBezTo>
                    <a:cubicBezTo>
                      <a:pt x="15166" y="28485"/>
                      <a:pt x="15193" y="28512"/>
                      <a:pt x="15229" y="28512"/>
                    </a:cubicBezTo>
                    <a:lnTo>
                      <a:pt x="15238" y="28512"/>
                    </a:lnTo>
                    <a:cubicBezTo>
                      <a:pt x="15532" y="28485"/>
                      <a:pt x="15844" y="28458"/>
                      <a:pt x="16139" y="28423"/>
                    </a:cubicBezTo>
                    <a:cubicBezTo>
                      <a:pt x="16174" y="28414"/>
                      <a:pt x="16201" y="28378"/>
                      <a:pt x="16192" y="28351"/>
                    </a:cubicBezTo>
                    <a:cubicBezTo>
                      <a:pt x="16192" y="28316"/>
                      <a:pt x="16156" y="28289"/>
                      <a:pt x="16121" y="28289"/>
                    </a:cubicBezTo>
                    <a:close/>
                    <a:moveTo>
                      <a:pt x="14970" y="28396"/>
                    </a:moveTo>
                    <a:cubicBezTo>
                      <a:pt x="14738" y="28405"/>
                      <a:pt x="14506" y="28414"/>
                      <a:pt x="14265" y="28414"/>
                    </a:cubicBezTo>
                    <a:lnTo>
                      <a:pt x="14194" y="28414"/>
                    </a:lnTo>
                    <a:cubicBezTo>
                      <a:pt x="14158" y="28414"/>
                      <a:pt x="14131" y="28440"/>
                      <a:pt x="14131" y="28476"/>
                    </a:cubicBezTo>
                    <a:cubicBezTo>
                      <a:pt x="14131" y="28512"/>
                      <a:pt x="14158" y="28539"/>
                      <a:pt x="14194" y="28539"/>
                    </a:cubicBezTo>
                    <a:lnTo>
                      <a:pt x="14265" y="28539"/>
                    </a:lnTo>
                    <a:cubicBezTo>
                      <a:pt x="14506" y="28539"/>
                      <a:pt x="14738" y="28539"/>
                      <a:pt x="14970" y="28521"/>
                    </a:cubicBezTo>
                    <a:cubicBezTo>
                      <a:pt x="15006" y="28521"/>
                      <a:pt x="15041" y="28494"/>
                      <a:pt x="15032" y="28458"/>
                    </a:cubicBezTo>
                    <a:cubicBezTo>
                      <a:pt x="15032" y="28423"/>
                      <a:pt x="15006" y="28396"/>
                      <a:pt x="14970" y="2839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4FFB1D-934A-CEA6-38EA-558DE695AB3C}"/>
              </a:ext>
            </a:extLst>
          </p:cNvPr>
          <p:cNvSpPr txBox="1"/>
          <p:nvPr/>
        </p:nvSpPr>
        <p:spPr>
          <a:xfrm>
            <a:off x="572655" y="711200"/>
            <a:ext cx="7656945" cy="3754874"/>
          </a:xfrm>
          <a:prstGeom prst="rect">
            <a:avLst/>
          </a:prstGeom>
          <a:noFill/>
        </p:spPr>
        <p:txBody>
          <a:bodyPr wrap="square" rtlCol="0">
            <a:spAutoFit/>
          </a:bodyPr>
          <a:lstStyle/>
          <a:p>
            <a:pPr algn="ctr"/>
            <a:r>
              <a:rPr lang="en-US" sz="1600" b="1" dirty="0">
                <a:latin typeface="Space Mono" panose="020B0604020202020204" charset="0"/>
              </a:rPr>
              <a:t>Table of contents:</a:t>
            </a:r>
          </a:p>
          <a:p>
            <a:pPr marL="285750" indent="-285750">
              <a:buFont typeface="Wingdings" panose="05000000000000000000" pitchFamily="2" charset="2"/>
              <a:buChar char="Ø"/>
            </a:pPr>
            <a:r>
              <a:rPr lang="en-US" dirty="0"/>
              <a:t>Motivation &amp; Background</a:t>
            </a:r>
          </a:p>
          <a:p>
            <a:pPr marL="285750" indent="-285750">
              <a:buFont typeface="Wingdings" panose="05000000000000000000" pitchFamily="2" charset="2"/>
              <a:buChar char="Ø"/>
            </a:pPr>
            <a:r>
              <a:rPr lang="en-US" dirty="0"/>
              <a:t>Aim &amp; observation</a:t>
            </a:r>
          </a:p>
          <a:p>
            <a:pPr marL="285750" indent="-285750">
              <a:buFont typeface="Wingdings" panose="05000000000000000000" pitchFamily="2" charset="2"/>
              <a:buChar char="Ø"/>
            </a:pPr>
            <a:r>
              <a:rPr lang="en-US" dirty="0"/>
              <a:t>Block diagram</a:t>
            </a:r>
          </a:p>
          <a:p>
            <a:pPr marL="285750" indent="-285750">
              <a:buFont typeface="Wingdings" panose="05000000000000000000" pitchFamily="2" charset="2"/>
              <a:buChar char="Ø"/>
            </a:pPr>
            <a:r>
              <a:rPr lang="en-US" dirty="0"/>
              <a:t>Broad and narrow topic area</a:t>
            </a:r>
          </a:p>
          <a:p>
            <a:pPr marL="285750" indent="-285750">
              <a:buFont typeface="Wingdings" panose="05000000000000000000" pitchFamily="2" charset="2"/>
              <a:buChar char="Ø"/>
            </a:pPr>
            <a:r>
              <a:rPr lang="en-US" dirty="0"/>
              <a:t> Literature review</a:t>
            </a:r>
          </a:p>
          <a:p>
            <a:pPr marL="285750" indent="-285750">
              <a:buFont typeface="Wingdings" panose="05000000000000000000" pitchFamily="2" charset="2"/>
              <a:buChar char="Ø"/>
            </a:pPr>
            <a:r>
              <a:rPr lang="en-US" dirty="0"/>
              <a:t>Working principle</a:t>
            </a:r>
          </a:p>
          <a:p>
            <a:pPr marL="285750" indent="-285750">
              <a:buFont typeface="Wingdings" panose="05000000000000000000" pitchFamily="2" charset="2"/>
              <a:buChar char="Ø"/>
            </a:pPr>
            <a:r>
              <a:rPr lang="en-US" dirty="0"/>
              <a:t>Methodology</a:t>
            </a:r>
          </a:p>
          <a:p>
            <a:pPr marL="285750" indent="-285750">
              <a:buFont typeface="Wingdings" panose="05000000000000000000" pitchFamily="2" charset="2"/>
              <a:buChar char="Ø"/>
            </a:pPr>
            <a:r>
              <a:rPr lang="en-US" dirty="0"/>
              <a:t>Future work</a:t>
            </a:r>
          </a:p>
          <a:p>
            <a:pPr marL="285750" indent="-285750">
              <a:buFont typeface="Wingdings" panose="05000000000000000000" pitchFamily="2" charset="2"/>
              <a:buChar char="Ø"/>
            </a:pPr>
            <a:r>
              <a:rPr lang="en-US" dirty="0"/>
              <a:t>Future scope</a:t>
            </a:r>
          </a:p>
          <a:p>
            <a:pPr marL="285750" indent="-285750">
              <a:buFont typeface="Wingdings" panose="05000000000000000000" pitchFamily="2" charset="2"/>
              <a:buChar char="Ø"/>
            </a:pPr>
            <a:r>
              <a:rPr lang="en-US" dirty="0"/>
              <a:t>Results</a:t>
            </a:r>
          </a:p>
          <a:p>
            <a:pPr marL="285750" indent="-285750">
              <a:buFont typeface="Wingdings" panose="05000000000000000000" pitchFamily="2" charset="2"/>
              <a:buChar char="Ø"/>
            </a:pPr>
            <a:r>
              <a:rPr lang="en-US" dirty="0"/>
              <a:t>Conclusion</a:t>
            </a:r>
          </a:p>
          <a:p>
            <a:pPr marL="285750" indent="-285750">
              <a:buFont typeface="Wingdings" panose="05000000000000000000" pitchFamily="2" charset="2"/>
              <a:buChar char="Ø"/>
            </a:pPr>
            <a:r>
              <a:rPr lang="en-US" dirty="0"/>
              <a:t>References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277626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31"/>
          <p:cNvSpPr txBox="1">
            <a:spLocks noGrp="1"/>
          </p:cNvSpPr>
          <p:nvPr>
            <p:ph type="title"/>
          </p:nvPr>
        </p:nvSpPr>
        <p:spPr>
          <a:xfrm>
            <a:off x="631713" y="29976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500" dirty="0"/>
              <a:t>Motivation / Background</a:t>
            </a:r>
            <a:endParaRPr sz="2500" dirty="0"/>
          </a:p>
        </p:txBody>
      </p:sp>
      <p:sp>
        <p:nvSpPr>
          <p:cNvPr id="19" name="TextBox 18">
            <a:extLst>
              <a:ext uri="{FF2B5EF4-FFF2-40B4-BE49-F238E27FC236}">
                <a16:creationId xmlns:a16="http://schemas.microsoft.com/office/drawing/2014/main" id="{2CB4D4D8-F088-C652-AC70-069EE5CC6315}"/>
              </a:ext>
            </a:extLst>
          </p:cNvPr>
          <p:cNvSpPr txBox="1"/>
          <p:nvPr/>
        </p:nvSpPr>
        <p:spPr>
          <a:xfrm>
            <a:off x="949036" y="731586"/>
            <a:ext cx="7563251" cy="4508927"/>
          </a:xfrm>
          <a:prstGeom prst="rect">
            <a:avLst/>
          </a:prstGeom>
          <a:noFill/>
        </p:spPr>
        <p:txBody>
          <a:bodyPr wrap="square" rtlCol="0">
            <a:spAutoFit/>
          </a:bodyPr>
          <a:lstStyle/>
          <a:p>
            <a:pPr lvl="1">
              <a:lnSpc>
                <a:spcPct val="150000"/>
              </a:lnSpc>
            </a:pPr>
            <a:r>
              <a:rPr lang="en-GB" dirty="0"/>
              <a:t>Why this topic is important in electrical engineering? </a:t>
            </a:r>
          </a:p>
          <a:p>
            <a:pPr marL="285750" lvl="1" indent="-285750">
              <a:lnSpc>
                <a:spcPct val="150000"/>
              </a:lnSpc>
              <a:buFont typeface="Wingdings" panose="05000000000000000000" pitchFamily="2" charset="2"/>
              <a:buChar char="Ø"/>
            </a:pPr>
            <a:r>
              <a:rPr lang="en-GB" dirty="0"/>
              <a:t>Electric vehicles and renewable energy systems rely heavily on PMSMs due to their high efficiency and torque density. </a:t>
            </a:r>
          </a:p>
          <a:p>
            <a:pPr lvl="1">
              <a:lnSpc>
                <a:spcPct val="150000"/>
              </a:lnSpc>
            </a:pPr>
            <a:r>
              <a:rPr lang="en-GB" dirty="0"/>
              <a:t>What problem does this  project address?</a:t>
            </a:r>
          </a:p>
          <a:p>
            <a:pPr marL="285750" lvl="1" indent="-285750">
              <a:lnSpc>
                <a:spcPct val="150000"/>
              </a:lnSpc>
              <a:buFont typeface="Wingdings" panose="05000000000000000000" pitchFamily="2" charset="2"/>
              <a:buChar char="Ø"/>
            </a:pPr>
            <a:r>
              <a:rPr lang="en-GB" dirty="0"/>
              <a:t>Accurate understanding of motor parameters (Rs, </a:t>
            </a:r>
            <a:r>
              <a:rPr lang="en-GB" dirty="0" err="1"/>
              <a:t>Ld</a:t>
            </a:r>
            <a:r>
              <a:rPr lang="en-GB" dirty="0"/>
              <a:t>, </a:t>
            </a:r>
            <a:r>
              <a:rPr lang="en-GB" dirty="0" err="1"/>
              <a:t>Lq</a:t>
            </a:r>
            <a:r>
              <a:rPr lang="en-GB" dirty="0"/>
              <a:t>, and Back-EMF) is necessary for optimal performance, but these parameters are frequently unknown.</a:t>
            </a:r>
          </a:p>
          <a:p>
            <a:pPr lvl="1">
              <a:lnSpc>
                <a:spcPct val="150000"/>
              </a:lnSpc>
            </a:pPr>
            <a:r>
              <a:rPr lang="en-GB" dirty="0"/>
              <a:t>why is parameter identification needed?</a:t>
            </a:r>
          </a:p>
          <a:p>
            <a:pPr marL="285750" lvl="1" indent="-285750">
              <a:lnSpc>
                <a:spcPct val="150000"/>
              </a:lnSpc>
              <a:buFont typeface="Wingdings" panose="05000000000000000000" pitchFamily="2" charset="2"/>
              <a:buChar char="Ø"/>
            </a:pPr>
            <a:r>
              <a:rPr lang="en-GB" dirty="0"/>
              <a:t>Infective control, power losses, and shortened motor lifespan can result from incorrect parameter values. </a:t>
            </a:r>
          </a:p>
          <a:p>
            <a:pPr lvl="1">
              <a:lnSpc>
                <a:spcPct val="150000"/>
              </a:lnSpc>
            </a:pPr>
            <a:r>
              <a:rPr lang="en-GB" dirty="0"/>
              <a:t>How does this project contribute? </a:t>
            </a:r>
          </a:p>
          <a:p>
            <a:pPr marL="285750" lvl="1" indent="-285750">
              <a:lnSpc>
                <a:spcPct val="150000"/>
              </a:lnSpc>
              <a:buFont typeface="Wingdings" panose="05000000000000000000" pitchFamily="2" charset="2"/>
              <a:buChar char="Ø"/>
            </a:pPr>
            <a:r>
              <a:rPr lang="en-GB" dirty="0"/>
              <a:t>The PMSM’s parameters are experimentally determined in this project to support the precise Filed-Oriented control (FOC) method and enhanced motor efficiency and performance.</a:t>
            </a:r>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6" name="Google Shape;666;p32"/>
          <p:cNvSpPr txBox="1">
            <a:spLocks noGrp="1"/>
          </p:cNvSpPr>
          <p:nvPr>
            <p:ph type="title"/>
          </p:nvPr>
        </p:nvSpPr>
        <p:spPr>
          <a:xfrm>
            <a:off x="610272" y="271176"/>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sz="1600" b="1" dirty="0"/>
              <a:t>Aim:</a:t>
            </a:r>
            <a:endParaRPr sz="1600" b="1" dirty="0"/>
          </a:p>
        </p:txBody>
      </p:sp>
      <p:sp>
        <p:nvSpPr>
          <p:cNvPr id="25" name="TextBox 24">
            <a:extLst>
              <a:ext uri="{FF2B5EF4-FFF2-40B4-BE49-F238E27FC236}">
                <a16:creationId xmlns:a16="http://schemas.microsoft.com/office/drawing/2014/main" id="{193C20BA-8A73-4508-2E21-7DE147775585}"/>
              </a:ext>
            </a:extLst>
          </p:cNvPr>
          <p:cNvSpPr txBox="1"/>
          <p:nvPr/>
        </p:nvSpPr>
        <p:spPr>
          <a:xfrm>
            <a:off x="671945" y="651164"/>
            <a:ext cx="7592291" cy="1384995"/>
          </a:xfrm>
          <a:prstGeom prst="rect">
            <a:avLst/>
          </a:prstGeom>
          <a:noFill/>
        </p:spPr>
        <p:txBody>
          <a:bodyPr wrap="square" rtlCol="0">
            <a:spAutoFit/>
          </a:bodyPr>
          <a:lstStyle/>
          <a:p>
            <a:pPr algn="just"/>
            <a:r>
              <a:rPr lang="en-GB" dirty="0"/>
              <a:t>The main goal of this project is to experimentally identify and analyse key electrical parameters of a Permanent Magnet Synchronous Motor (PMSM) — such as stator resistance, d- and q-axis inductances, and back-EMF — used in an electric hub motor. </a:t>
            </a:r>
          </a:p>
          <a:p>
            <a:pPr algn="just"/>
            <a:r>
              <a:rPr lang="en-GB" dirty="0"/>
              <a:t>Understanding these parameters will help improve how the motor is modelled and controlled, leading to smoother and more efficient performance.</a:t>
            </a:r>
          </a:p>
          <a:p>
            <a:endParaRPr lang="en-GB" dirty="0"/>
          </a:p>
        </p:txBody>
      </p:sp>
      <p:sp>
        <p:nvSpPr>
          <p:cNvPr id="26" name="TextBox 25">
            <a:extLst>
              <a:ext uri="{FF2B5EF4-FFF2-40B4-BE49-F238E27FC236}">
                <a16:creationId xmlns:a16="http://schemas.microsoft.com/office/drawing/2014/main" id="{2DFB3187-874F-CB5B-63E1-D9350138C6E8}"/>
              </a:ext>
            </a:extLst>
          </p:cNvPr>
          <p:cNvSpPr txBox="1"/>
          <p:nvPr/>
        </p:nvSpPr>
        <p:spPr>
          <a:xfrm>
            <a:off x="610271" y="1836763"/>
            <a:ext cx="1377855" cy="307777"/>
          </a:xfrm>
          <a:prstGeom prst="rect">
            <a:avLst/>
          </a:prstGeom>
          <a:noFill/>
        </p:spPr>
        <p:txBody>
          <a:bodyPr wrap="square" rtlCol="0">
            <a:spAutoFit/>
          </a:bodyPr>
          <a:lstStyle/>
          <a:p>
            <a:r>
              <a:rPr lang="en-GB" b="1" dirty="0">
                <a:latin typeface="Space Mono" panose="020B0604020202020204" charset="0"/>
              </a:rPr>
              <a:t>Objective</a:t>
            </a:r>
            <a:r>
              <a:rPr lang="en-GB" dirty="0">
                <a:latin typeface="Space Mono" panose="020B0604020202020204" charset="0"/>
              </a:rPr>
              <a:t>:</a:t>
            </a:r>
          </a:p>
        </p:txBody>
      </p:sp>
      <p:sp>
        <p:nvSpPr>
          <p:cNvPr id="28" name="TextBox 27">
            <a:extLst>
              <a:ext uri="{FF2B5EF4-FFF2-40B4-BE49-F238E27FC236}">
                <a16:creationId xmlns:a16="http://schemas.microsoft.com/office/drawing/2014/main" id="{B9E9384B-6D74-34E5-80C7-09D658E75989}"/>
              </a:ext>
            </a:extLst>
          </p:cNvPr>
          <p:cNvSpPr txBox="1"/>
          <p:nvPr/>
        </p:nvSpPr>
        <p:spPr>
          <a:xfrm>
            <a:off x="839781" y="2144540"/>
            <a:ext cx="6899563" cy="2031325"/>
          </a:xfrm>
          <a:prstGeom prst="rect">
            <a:avLst/>
          </a:prstGeom>
          <a:noFill/>
        </p:spPr>
        <p:txBody>
          <a:bodyPr wrap="square" rtlCol="0">
            <a:spAutoFit/>
          </a:bodyPr>
          <a:lstStyle/>
          <a:p>
            <a:pPr marL="285750" indent="-285750">
              <a:buFont typeface="Wingdings" panose="05000000000000000000" pitchFamily="2" charset="2"/>
              <a:buChar char="Ø"/>
            </a:pPr>
            <a:r>
              <a:rPr lang="en-GB" dirty="0"/>
              <a:t>It measures the Stator Resistances (Rs) using DC testing.</a:t>
            </a:r>
          </a:p>
          <a:p>
            <a:pPr marL="285750" indent="-285750">
              <a:buFont typeface="Wingdings" panose="05000000000000000000" pitchFamily="2" charset="2"/>
              <a:buChar char="Ø"/>
            </a:pPr>
            <a:r>
              <a:rPr lang="en-GB" dirty="0"/>
              <a:t>Determines D-axis and Q-axis inductances that is (</a:t>
            </a:r>
            <a:r>
              <a:rPr lang="en-GB" dirty="0" err="1"/>
              <a:t>Ld</a:t>
            </a:r>
            <a:r>
              <a:rPr lang="en-GB" dirty="0"/>
              <a:t>, </a:t>
            </a:r>
            <a:r>
              <a:rPr lang="en-GB" dirty="0" err="1"/>
              <a:t>Lq</a:t>
            </a:r>
            <a:r>
              <a:rPr lang="en-GB" dirty="0"/>
              <a:t>) through the locked rotor test.</a:t>
            </a:r>
          </a:p>
          <a:p>
            <a:pPr marL="285750" indent="-285750">
              <a:buFont typeface="Wingdings" panose="05000000000000000000" pitchFamily="2" charset="2"/>
              <a:buChar char="Ø"/>
            </a:pPr>
            <a:r>
              <a:rPr lang="en-GB" dirty="0"/>
              <a:t>Evaluate Back-EMF constant as (Ke) by mechanical spin test.</a:t>
            </a:r>
          </a:p>
          <a:p>
            <a:pPr marL="285750" indent="-285750">
              <a:buFont typeface="Wingdings" panose="05000000000000000000" pitchFamily="2" charset="2"/>
              <a:buChar char="Ø"/>
            </a:pPr>
            <a:r>
              <a:rPr lang="en-GB" dirty="0"/>
              <a:t>To analyse the sinusoidal waveform of back-EMF and it validates proper winding symmetry.</a:t>
            </a:r>
          </a:p>
          <a:p>
            <a:pPr marL="285750" indent="-285750">
              <a:buFont typeface="Wingdings" panose="05000000000000000000" pitchFamily="2" charset="2"/>
              <a:buChar char="Ø"/>
            </a:pPr>
            <a:r>
              <a:rPr lang="en-GB" dirty="0"/>
              <a:t>To establish a complete experimental setup for PMSM parameter identification (with brake and speed control).</a:t>
            </a:r>
          </a:p>
          <a:p>
            <a:pPr marL="285750" indent="-285750">
              <a:buFont typeface="Wingdings" panose="05000000000000000000" pitchFamily="2" charset="2"/>
              <a:buChar char="Ø"/>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671EDB-11F4-8A48-4CAC-7E38429092FF}"/>
              </a:ext>
            </a:extLst>
          </p:cNvPr>
          <p:cNvSpPr txBox="1"/>
          <p:nvPr/>
        </p:nvSpPr>
        <p:spPr>
          <a:xfrm>
            <a:off x="206734" y="477078"/>
            <a:ext cx="3967701" cy="318052"/>
          </a:xfrm>
          <a:prstGeom prst="rect">
            <a:avLst/>
          </a:prstGeom>
          <a:noFill/>
        </p:spPr>
        <p:txBody>
          <a:bodyPr wrap="square" rtlCol="0">
            <a:spAutoFit/>
          </a:bodyPr>
          <a:lstStyle/>
          <a:p>
            <a:r>
              <a:rPr lang="en-US" b="1" dirty="0">
                <a:latin typeface="Space Mono" panose="020B0604020202020204" charset="0"/>
              </a:rPr>
              <a:t>BLOCK DIAGRAM</a:t>
            </a:r>
            <a:r>
              <a:rPr lang="en-US" dirty="0"/>
              <a:t>:</a:t>
            </a:r>
            <a:endParaRPr lang="en-IN" dirty="0"/>
          </a:p>
        </p:txBody>
      </p:sp>
      <p:pic>
        <p:nvPicPr>
          <p:cNvPr id="7" name="Picture 6">
            <a:extLst>
              <a:ext uri="{FF2B5EF4-FFF2-40B4-BE49-F238E27FC236}">
                <a16:creationId xmlns:a16="http://schemas.microsoft.com/office/drawing/2014/main" id="{56371087-7773-809C-6E33-FC36584CC22D}"/>
              </a:ext>
            </a:extLst>
          </p:cNvPr>
          <p:cNvPicPr>
            <a:picLocks noChangeAspect="1"/>
          </p:cNvPicPr>
          <p:nvPr/>
        </p:nvPicPr>
        <p:blipFill>
          <a:blip r:embed="rId2"/>
          <a:stretch>
            <a:fillRect/>
          </a:stretch>
        </p:blipFill>
        <p:spPr>
          <a:xfrm>
            <a:off x="142059" y="1293901"/>
            <a:ext cx="8877300" cy="2486025"/>
          </a:xfrm>
          <a:prstGeom prst="rect">
            <a:avLst/>
          </a:prstGeom>
        </p:spPr>
      </p:pic>
    </p:spTree>
    <p:extLst>
      <p:ext uri="{BB962C8B-B14F-4D97-AF65-F5344CB8AC3E}">
        <p14:creationId xmlns:p14="http://schemas.microsoft.com/office/powerpoint/2010/main" val="4039818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8" name="TextBox 7">
            <a:extLst>
              <a:ext uri="{FF2B5EF4-FFF2-40B4-BE49-F238E27FC236}">
                <a16:creationId xmlns:a16="http://schemas.microsoft.com/office/drawing/2014/main" id="{BF4BC58F-6505-95EB-E4D8-28061ADFD0AC}"/>
              </a:ext>
            </a:extLst>
          </p:cNvPr>
          <p:cNvSpPr txBox="1"/>
          <p:nvPr/>
        </p:nvSpPr>
        <p:spPr>
          <a:xfrm>
            <a:off x="595745" y="196942"/>
            <a:ext cx="5375564" cy="307777"/>
          </a:xfrm>
          <a:prstGeom prst="rect">
            <a:avLst/>
          </a:prstGeom>
          <a:noFill/>
        </p:spPr>
        <p:txBody>
          <a:bodyPr wrap="square" rtlCol="0">
            <a:spAutoFit/>
          </a:bodyPr>
          <a:lstStyle/>
          <a:p>
            <a:r>
              <a:rPr lang="en-GB" b="1" dirty="0">
                <a:latin typeface="Space Mono" panose="020B0604020202020204" charset="0"/>
              </a:rPr>
              <a:t>Broad Area </a:t>
            </a:r>
          </a:p>
        </p:txBody>
      </p:sp>
      <p:sp>
        <p:nvSpPr>
          <p:cNvPr id="9" name="TextBox 8">
            <a:extLst>
              <a:ext uri="{FF2B5EF4-FFF2-40B4-BE49-F238E27FC236}">
                <a16:creationId xmlns:a16="http://schemas.microsoft.com/office/drawing/2014/main" id="{6BB033AD-40B2-6AFD-52C5-212A715B06FC}"/>
              </a:ext>
            </a:extLst>
          </p:cNvPr>
          <p:cNvSpPr txBox="1"/>
          <p:nvPr/>
        </p:nvSpPr>
        <p:spPr>
          <a:xfrm>
            <a:off x="824345" y="350830"/>
            <a:ext cx="7640782" cy="192360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Focuses on electrical energy conversion, control, and efficient use systems.</a:t>
            </a:r>
          </a:p>
          <a:p>
            <a:pPr marL="285750" indent="-285750">
              <a:lnSpc>
                <a:spcPct val="150000"/>
              </a:lnSpc>
              <a:buFont typeface="Wingdings" panose="05000000000000000000" pitchFamily="2" charset="2"/>
              <a:buChar char="Ø"/>
            </a:pPr>
            <a:r>
              <a:rPr lang="en-US" dirty="0"/>
              <a:t>Discusses intelligent automation, renewable energy, electric machines, and EV technologies.</a:t>
            </a:r>
          </a:p>
          <a:p>
            <a:pPr marL="285750" indent="-285750">
              <a:lnSpc>
                <a:spcPct val="150000"/>
              </a:lnSpc>
              <a:buFont typeface="Wingdings" panose="05000000000000000000" pitchFamily="2" charset="2"/>
              <a:buChar char="Ø"/>
            </a:pPr>
            <a:r>
              <a:rPr lang="en-US" dirty="0"/>
              <a:t>supports the global transition to energy solutions that are smarter, cleaner, and more sustainable.</a:t>
            </a:r>
          </a:p>
          <a:p>
            <a:pPr marL="285750" indent="-285750">
              <a:buFont typeface="Wingdings" panose="05000000000000000000" pitchFamily="2" charset="2"/>
              <a:buChar char="Ø"/>
            </a:pPr>
            <a:endParaRPr lang="en-GB" dirty="0"/>
          </a:p>
        </p:txBody>
      </p:sp>
      <p:sp>
        <p:nvSpPr>
          <p:cNvPr id="10" name="TextBox 9">
            <a:extLst>
              <a:ext uri="{FF2B5EF4-FFF2-40B4-BE49-F238E27FC236}">
                <a16:creationId xmlns:a16="http://schemas.microsoft.com/office/drawing/2014/main" id="{1B058164-2590-3906-05F1-FCF2C17563AD}"/>
              </a:ext>
            </a:extLst>
          </p:cNvPr>
          <p:cNvSpPr txBox="1"/>
          <p:nvPr/>
        </p:nvSpPr>
        <p:spPr>
          <a:xfrm>
            <a:off x="594162" y="1893683"/>
            <a:ext cx="2438400" cy="307777"/>
          </a:xfrm>
          <a:prstGeom prst="rect">
            <a:avLst/>
          </a:prstGeom>
          <a:noFill/>
        </p:spPr>
        <p:txBody>
          <a:bodyPr wrap="square" rtlCol="0">
            <a:spAutoFit/>
          </a:bodyPr>
          <a:lstStyle/>
          <a:p>
            <a:r>
              <a:rPr lang="en-GB" b="1" dirty="0">
                <a:latin typeface="Space Mono" panose="020B0604020202020204" charset="0"/>
              </a:rPr>
              <a:t>Narrow Topic Area</a:t>
            </a:r>
            <a:endParaRPr lang="en-GB" b="1" dirty="0"/>
          </a:p>
        </p:txBody>
      </p:sp>
      <p:sp>
        <p:nvSpPr>
          <p:cNvPr id="11" name="TextBox 10">
            <a:extLst>
              <a:ext uri="{FF2B5EF4-FFF2-40B4-BE49-F238E27FC236}">
                <a16:creationId xmlns:a16="http://schemas.microsoft.com/office/drawing/2014/main" id="{8E2DCA84-0D09-0CB1-1B7D-978557FB297A}"/>
              </a:ext>
            </a:extLst>
          </p:cNvPr>
          <p:cNvSpPr txBox="1"/>
          <p:nvPr/>
        </p:nvSpPr>
        <p:spPr>
          <a:xfrm>
            <a:off x="824345" y="2201460"/>
            <a:ext cx="7370618" cy="2246769"/>
          </a:xfrm>
          <a:prstGeom prst="rect">
            <a:avLst/>
          </a:prstGeom>
          <a:noFill/>
        </p:spPr>
        <p:txBody>
          <a:bodyPr wrap="square" rtlCol="0">
            <a:spAutoFit/>
          </a:bodyPr>
          <a:lstStyle/>
          <a:p>
            <a:pPr marL="285750" indent="-285750">
              <a:buFont typeface="Wingdings" panose="05000000000000000000" pitchFamily="2" charset="2"/>
              <a:buChar char="Ø"/>
            </a:pPr>
            <a:r>
              <a:rPr lang="en-US" dirty="0"/>
              <a:t>The domain of permanent magnet synchronous motors (PMSMs) is narrower than the larger domain and my project targets this narrower domain.</a:t>
            </a:r>
          </a:p>
          <a:p>
            <a:pPr marL="285750" indent="-285750">
              <a:buFont typeface="Wingdings" panose="05000000000000000000" pitchFamily="2" charset="2"/>
              <a:buChar char="Ø"/>
            </a:pPr>
            <a:r>
              <a:rPr lang="en-US" dirty="0"/>
              <a:t>Due to its high-power density and high efficiency, PMSMs is a widespread motor with electric vehicles. </a:t>
            </a:r>
          </a:p>
          <a:p>
            <a:pPr marL="285750" indent="-285750">
              <a:buFont typeface="Wingdings" panose="05000000000000000000" pitchFamily="2" charset="2"/>
              <a:buChar char="Ø"/>
            </a:pPr>
            <a:r>
              <a:rPr lang="en-US" dirty="0"/>
              <a:t>Am of particular interest in the determination of important motor parameters such as stator resistance (Rs), d- and q-axis inductances (</a:t>
            </a:r>
            <a:r>
              <a:rPr lang="en-US" dirty="0" err="1"/>
              <a:t>Ld</a:t>
            </a:r>
            <a:r>
              <a:rPr lang="en-US" dirty="0"/>
              <a:t>, </a:t>
            </a:r>
            <a:r>
              <a:rPr lang="en-US" dirty="0" err="1"/>
              <a:t>Lq</a:t>
            </a:r>
            <a:r>
              <a:rPr lang="en-US" dirty="0"/>
              <a:t>) and the value of the constant of the back-EMF (Ke) as far as experimental determination is concerned. </a:t>
            </a:r>
          </a:p>
          <a:p>
            <a:pPr marL="285750" indent="-285750">
              <a:buFont typeface="Wingdings" panose="05000000000000000000" pitchFamily="2" charset="2"/>
              <a:buChar char="Ø"/>
            </a:pPr>
            <a:r>
              <a:rPr lang="en-US" dirty="0"/>
              <a:t>These parameters will be necessitated to develop and enhance Field-Oriented Control (FOC) systems that can enable the operation of the PMSMs to be effective and efficient.</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C45DE1-DB06-06F3-4900-6790613849F2}"/>
              </a:ext>
            </a:extLst>
          </p:cNvPr>
          <p:cNvSpPr txBox="1"/>
          <p:nvPr/>
        </p:nvSpPr>
        <p:spPr>
          <a:xfrm>
            <a:off x="1375954" y="261257"/>
            <a:ext cx="5695406" cy="307777"/>
          </a:xfrm>
          <a:prstGeom prst="rect">
            <a:avLst/>
          </a:prstGeom>
          <a:noFill/>
        </p:spPr>
        <p:txBody>
          <a:bodyPr wrap="square" rtlCol="0">
            <a:spAutoFit/>
          </a:bodyPr>
          <a:lstStyle/>
          <a:p>
            <a:pPr algn="ctr"/>
            <a:r>
              <a:rPr lang="en-US" b="1" dirty="0">
                <a:latin typeface="Space Mono" panose="020B0604020202020204" charset="0"/>
              </a:rPr>
              <a:t>LITERATURE REVIEW</a:t>
            </a:r>
            <a:endParaRPr lang="en-IN" b="1" dirty="0">
              <a:latin typeface="Space Mono" panose="020B0604020202020204" charset="0"/>
            </a:endParaRPr>
          </a:p>
        </p:txBody>
      </p:sp>
      <p:sp>
        <p:nvSpPr>
          <p:cNvPr id="4" name="TextBox 3">
            <a:extLst>
              <a:ext uri="{FF2B5EF4-FFF2-40B4-BE49-F238E27FC236}">
                <a16:creationId xmlns:a16="http://schemas.microsoft.com/office/drawing/2014/main" id="{824FF852-F1E7-7A51-2CD3-E770B9391040}"/>
              </a:ext>
            </a:extLst>
          </p:cNvPr>
          <p:cNvSpPr txBox="1"/>
          <p:nvPr/>
        </p:nvSpPr>
        <p:spPr>
          <a:xfrm>
            <a:off x="409303" y="646539"/>
            <a:ext cx="8490857" cy="1384995"/>
          </a:xfrm>
          <a:prstGeom prst="rect">
            <a:avLst/>
          </a:prstGeom>
          <a:noFill/>
        </p:spPr>
        <p:txBody>
          <a:bodyPr wrap="square">
            <a:spAutoFit/>
          </a:bodyPr>
          <a:lstStyle/>
          <a:p>
            <a:pPr marL="285750" indent="-285750" algn="just">
              <a:buFont typeface="Wingdings" panose="05000000000000000000" pitchFamily="2" charset="2"/>
              <a:buChar char="Ø"/>
            </a:pPr>
            <a:r>
              <a:rPr lang="en-IN" dirty="0"/>
              <a:t>The working principle of PMSMs was explained by Krishnan (2010) and he demonstrated that during the interaction between the permanent magnet field in the rotor and the rotating magnetic field of the stator, torque was generated.</a:t>
            </a:r>
          </a:p>
          <a:p>
            <a:pPr algn="just"/>
            <a:r>
              <a:rPr lang="en-IN" b="1" dirty="0"/>
              <a:t>Strength: </a:t>
            </a:r>
            <a:r>
              <a:rPr lang="en-IN" dirty="0"/>
              <a:t>The article presented a robust theoretical framework of PMSM control and performance.                                              </a:t>
            </a:r>
            <a:r>
              <a:rPr lang="en-IN" b="1" dirty="0"/>
              <a:t>Weakness: </a:t>
            </a:r>
            <a:r>
              <a:rPr lang="en-IN" dirty="0"/>
              <a:t>Concentrated on simulations which have not been experimentally validated on a large scale.</a:t>
            </a:r>
          </a:p>
          <a:p>
            <a:endParaRPr lang="en-IN" dirty="0"/>
          </a:p>
        </p:txBody>
      </p:sp>
      <p:sp>
        <p:nvSpPr>
          <p:cNvPr id="6" name="TextBox 5">
            <a:extLst>
              <a:ext uri="{FF2B5EF4-FFF2-40B4-BE49-F238E27FC236}">
                <a16:creationId xmlns:a16="http://schemas.microsoft.com/office/drawing/2014/main" id="{D7CC2740-E55D-4AAB-869E-78426E520BFC}"/>
              </a:ext>
            </a:extLst>
          </p:cNvPr>
          <p:cNvSpPr txBox="1"/>
          <p:nvPr/>
        </p:nvSpPr>
        <p:spPr>
          <a:xfrm>
            <a:off x="409302" y="1860249"/>
            <a:ext cx="8490857" cy="954107"/>
          </a:xfrm>
          <a:prstGeom prst="rect">
            <a:avLst/>
          </a:prstGeom>
          <a:noFill/>
        </p:spPr>
        <p:txBody>
          <a:bodyPr wrap="square">
            <a:spAutoFit/>
          </a:bodyPr>
          <a:lstStyle/>
          <a:p>
            <a:pPr marL="285750" indent="-285750" algn="just">
              <a:buFont typeface="Wingdings" panose="05000000000000000000" pitchFamily="2" charset="2"/>
              <a:buChar char="Ø"/>
            </a:pPr>
            <a:r>
              <a:rPr lang="en-IN" dirty="0"/>
              <a:t>Zhu and Howe (2007) invented the Field-Oriented Control (FOC) method where torque (</a:t>
            </a:r>
            <a:r>
              <a:rPr lang="en-IN" dirty="0" err="1"/>
              <a:t>Iq</a:t>
            </a:r>
            <a:r>
              <a:rPr lang="en-IN" dirty="0"/>
              <a:t>) and flux (I d) are separated to give accurate control.</a:t>
            </a:r>
          </a:p>
          <a:p>
            <a:pPr algn="just"/>
            <a:r>
              <a:rPr lang="en-IN" b="1" dirty="0"/>
              <a:t>Strength: </a:t>
            </a:r>
            <a:r>
              <a:rPr lang="en-IN" dirty="0"/>
              <a:t>Allows efficient control and easy torque of EV drives.</a:t>
            </a:r>
          </a:p>
          <a:p>
            <a:pPr algn="just"/>
            <a:r>
              <a:rPr lang="en-IN" b="1" dirty="0"/>
              <a:t>Weakness: </a:t>
            </a:r>
            <a:r>
              <a:rPr lang="en-IN" dirty="0"/>
              <a:t>It needs proper knowledge of motor parameters (Rs, </a:t>
            </a:r>
            <a:r>
              <a:rPr lang="en-IN" dirty="0" err="1"/>
              <a:t>Ld</a:t>
            </a:r>
            <a:r>
              <a:rPr lang="en-IN" dirty="0"/>
              <a:t> , </a:t>
            </a:r>
            <a:r>
              <a:rPr lang="en-IN" dirty="0" err="1"/>
              <a:t>Lq</a:t>
            </a:r>
            <a:r>
              <a:rPr lang="en-IN" dirty="0"/>
              <a:t>, Ke).</a:t>
            </a:r>
          </a:p>
        </p:txBody>
      </p:sp>
      <p:sp>
        <p:nvSpPr>
          <p:cNvPr id="8" name="TextBox 7">
            <a:extLst>
              <a:ext uri="{FF2B5EF4-FFF2-40B4-BE49-F238E27FC236}">
                <a16:creationId xmlns:a16="http://schemas.microsoft.com/office/drawing/2014/main" id="{1BD01455-D277-1069-E38A-74DCFFD61397}"/>
              </a:ext>
            </a:extLst>
          </p:cNvPr>
          <p:cNvSpPr txBox="1"/>
          <p:nvPr/>
        </p:nvSpPr>
        <p:spPr>
          <a:xfrm>
            <a:off x="409301" y="2896524"/>
            <a:ext cx="8490857" cy="954107"/>
          </a:xfrm>
          <a:prstGeom prst="rect">
            <a:avLst/>
          </a:prstGeom>
          <a:noFill/>
        </p:spPr>
        <p:txBody>
          <a:bodyPr wrap="square">
            <a:spAutoFit/>
          </a:bodyPr>
          <a:lstStyle/>
          <a:p>
            <a:pPr marL="285750" indent="-285750">
              <a:buFont typeface="Wingdings" panose="05000000000000000000" pitchFamily="2" charset="2"/>
              <a:buChar char="Ø"/>
            </a:pPr>
            <a:r>
              <a:rPr lang="en-IN" dirty="0"/>
              <a:t>Combes et al. (2017) proposed a high-frequency signal injection and DC test technique to accurately estimate L d and L q.</a:t>
            </a:r>
          </a:p>
          <a:p>
            <a:r>
              <a:rPr lang="en-IN" b="1" dirty="0"/>
              <a:t>Strength: </a:t>
            </a:r>
            <a:r>
              <a:rPr lang="en-IN" dirty="0"/>
              <a:t>Good in the determination of inductances, even with magnetic saturation.</a:t>
            </a:r>
          </a:p>
          <a:p>
            <a:r>
              <a:rPr lang="en-IN" b="1" dirty="0"/>
              <a:t>weakness: </a:t>
            </a:r>
            <a:r>
              <a:rPr lang="en-IN" dirty="0"/>
              <a:t>complicated test configuration, not so appropriate with small-scale motors.</a:t>
            </a:r>
          </a:p>
        </p:txBody>
      </p:sp>
    </p:spTree>
    <p:extLst>
      <p:ext uri="{BB962C8B-B14F-4D97-AF65-F5344CB8AC3E}">
        <p14:creationId xmlns:p14="http://schemas.microsoft.com/office/powerpoint/2010/main" val="2401645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CEAF5D-6C29-CA72-D6E1-531F88F30547}"/>
              </a:ext>
            </a:extLst>
          </p:cNvPr>
          <p:cNvSpPr txBox="1"/>
          <p:nvPr/>
        </p:nvSpPr>
        <p:spPr>
          <a:xfrm>
            <a:off x="341811" y="412357"/>
            <a:ext cx="8488680" cy="738664"/>
          </a:xfrm>
          <a:prstGeom prst="rect">
            <a:avLst/>
          </a:prstGeom>
          <a:noFill/>
        </p:spPr>
        <p:txBody>
          <a:bodyPr wrap="square">
            <a:spAutoFit/>
          </a:bodyPr>
          <a:lstStyle/>
          <a:p>
            <a:pPr marL="285750" indent="-285750" algn="just">
              <a:buFont typeface="Wingdings" panose="05000000000000000000" pitchFamily="2" charset="2"/>
              <a:buChar char="Ø"/>
            </a:pPr>
            <a:r>
              <a:rPr lang="en-IN" dirty="0"/>
              <a:t>Bianchi et al. (2017) experimentally tested the PMSM drive models with changing load conditions.</a:t>
            </a:r>
          </a:p>
          <a:p>
            <a:pPr algn="just"/>
            <a:r>
              <a:rPr lang="en-IN" b="1" dirty="0"/>
              <a:t>Strength: </a:t>
            </a:r>
            <a:r>
              <a:rPr lang="en-IN" dirty="0"/>
              <a:t>Gives very precise results of inductance and flux linkage.</a:t>
            </a:r>
          </a:p>
          <a:p>
            <a:pPr algn="just"/>
            <a:r>
              <a:rPr lang="en-IN" b="1" dirty="0"/>
              <a:t>Weakness: </a:t>
            </a:r>
            <a:r>
              <a:rPr lang="en-IN" dirty="0"/>
              <a:t>Large test rigs and equipment were required.</a:t>
            </a:r>
          </a:p>
        </p:txBody>
      </p:sp>
      <p:sp>
        <p:nvSpPr>
          <p:cNvPr id="5" name="TextBox 4">
            <a:extLst>
              <a:ext uri="{FF2B5EF4-FFF2-40B4-BE49-F238E27FC236}">
                <a16:creationId xmlns:a16="http://schemas.microsoft.com/office/drawing/2014/main" id="{DDFFA38D-B6A5-913A-0EDD-47856AB8FBD5}"/>
              </a:ext>
            </a:extLst>
          </p:cNvPr>
          <p:cNvSpPr txBox="1"/>
          <p:nvPr/>
        </p:nvSpPr>
        <p:spPr>
          <a:xfrm>
            <a:off x="341811" y="1269016"/>
            <a:ext cx="8488680" cy="3323987"/>
          </a:xfrm>
          <a:prstGeom prst="rect">
            <a:avLst/>
          </a:prstGeom>
          <a:noFill/>
        </p:spPr>
        <p:txBody>
          <a:bodyPr wrap="square">
            <a:spAutoFit/>
          </a:bodyPr>
          <a:lstStyle/>
          <a:p>
            <a:pPr marL="285750" indent="-285750">
              <a:buFont typeface="Wingdings" panose="05000000000000000000" pitchFamily="2" charset="2"/>
              <a:buChar char="Ø"/>
            </a:pPr>
            <a:r>
              <a:rPr lang="en-IN" dirty="0"/>
              <a:t>To calculate the flux linkage (ψ f ) and Back-EMF constant (Ke) Lee et al. (2020) applied the voltage integration method.</a:t>
            </a:r>
          </a:p>
          <a:p>
            <a:r>
              <a:rPr lang="en-IN" b="1" dirty="0"/>
              <a:t>Strength: </a:t>
            </a:r>
            <a:r>
              <a:rPr lang="en-IN" dirty="0"/>
              <a:t>Simple and inexpensive in case of small PMSMs.</a:t>
            </a:r>
          </a:p>
          <a:p>
            <a:r>
              <a:rPr lang="en-IN" b="1" dirty="0"/>
              <a:t>Weakness: </a:t>
            </a:r>
            <a:r>
              <a:rPr lang="en-IN" dirty="0"/>
              <a:t>At very low speeds, there is reduced accuracy.</a:t>
            </a:r>
          </a:p>
          <a:p>
            <a:endParaRPr lang="en-IN" dirty="0"/>
          </a:p>
          <a:p>
            <a:pPr marL="285750" indent="-285750">
              <a:buFont typeface="Wingdings" panose="05000000000000000000" pitchFamily="2" charset="2"/>
              <a:buChar char="Ø"/>
            </a:pPr>
            <a:r>
              <a:rPr lang="en-IN" dirty="0"/>
              <a:t>Recent studies a range of PMSM parameters identification methods to improve   the dynamic modelling and FOC (Field-oriented Control). Traditional test- like DC resistances, locked rotor inductance, and no-load back-EMF-remain widely used for extracting Rs, </a:t>
            </a:r>
            <a:r>
              <a:rPr lang="en-IN" dirty="0" err="1"/>
              <a:t>Ld</a:t>
            </a:r>
            <a:r>
              <a:rPr lang="en-IN" dirty="0"/>
              <a:t>, </a:t>
            </a:r>
            <a:r>
              <a:rPr lang="en-IN" dirty="0" err="1"/>
              <a:t>Lq</a:t>
            </a:r>
            <a:r>
              <a:rPr lang="en-IN" dirty="0"/>
              <a:t> and Ke(Lee et al., 2020).</a:t>
            </a:r>
          </a:p>
          <a:p>
            <a:r>
              <a:rPr lang="en-IN" b="1" dirty="0"/>
              <a:t>Strength: </a:t>
            </a:r>
            <a:r>
              <a:rPr lang="en-IN" dirty="0"/>
              <a:t>Traditional tests are simple, low cost, and safe especially at standstill.</a:t>
            </a:r>
          </a:p>
          <a:p>
            <a:r>
              <a:rPr lang="en-IN" b="1" dirty="0"/>
              <a:t>Weakness: </a:t>
            </a:r>
            <a:r>
              <a:rPr lang="en-IN" dirty="0"/>
              <a:t>high frequency injection requires special equipment and adds computational complexity.</a:t>
            </a:r>
          </a:p>
          <a:p>
            <a:endParaRPr lang="en-IN" b="1" dirty="0"/>
          </a:p>
          <a:p>
            <a:pPr marL="285750" indent="-285750">
              <a:buFont typeface="Wingdings" panose="05000000000000000000" pitchFamily="2" charset="2"/>
              <a:buChar char="Ø"/>
            </a:pPr>
            <a:endParaRPr lang="en-IN" b="1" dirty="0"/>
          </a:p>
          <a:p>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455588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ABCAA1-18B5-36E7-F83D-C30C840E3BA7}"/>
              </a:ext>
            </a:extLst>
          </p:cNvPr>
          <p:cNvSpPr txBox="1"/>
          <p:nvPr/>
        </p:nvSpPr>
        <p:spPr>
          <a:xfrm>
            <a:off x="516835" y="477078"/>
            <a:ext cx="8050695" cy="4616648"/>
          </a:xfrm>
          <a:prstGeom prst="rect">
            <a:avLst/>
          </a:prstGeom>
          <a:noFill/>
        </p:spPr>
        <p:txBody>
          <a:bodyPr wrap="square" rtlCol="0">
            <a:spAutoFit/>
          </a:bodyPr>
          <a:lstStyle/>
          <a:p>
            <a:r>
              <a:rPr lang="en-US" b="1" dirty="0">
                <a:latin typeface="Space Mono" panose="020B0604020202020204" charset="0"/>
              </a:rPr>
              <a:t>How my work fits among existing studies</a:t>
            </a:r>
            <a:r>
              <a:rPr lang="en-US" dirty="0"/>
              <a:t>:</a:t>
            </a:r>
          </a:p>
          <a:p>
            <a:pPr marL="285750" indent="-285750">
              <a:buFont typeface="Wingdings" panose="05000000000000000000" pitchFamily="2" charset="2"/>
              <a:buChar char="Ø"/>
            </a:pPr>
            <a:endParaRPr lang="en-US" dirty="0"/>
          </a:p>
          <a:p>
            <a:pPr marL="285750" indent="-285750">
              <a:lnSpc>
                <a:spcPct val="150000"/>
              </a:lnSpc>
              <a:buFont typeface="Wingdings" panose="05000000000000000000" pitchFamily="2" charset="2"/>
              <a:buChar char="Ø"/>
            </a:pPr>
            <a:r>
              <a:rPr lang="en-US" dirty="0"/>
              <a:t>Most research focuses on bigger motors or simulations. My study tests a small PMSM, particularly.</a:t>
            </a:r>
          </a:p>
          <a:p>
            <a:pPr marL="285750" indent="-285750">
              <a:lnSpc>
                <a:spcPct val="150000"/>
              </a:lnSpc>
              <a:buFont typeface="Wingdings" panose="05000000000000000000" pitchFamily="2" charset="2"/>
              <a:buChar char="Ø"/>
            </a:pPr>
            <a:r>
              <a:rPr lang="en-US" dirty="0"/>
              <a:t>Previous studies use complex setups; I show it can be done simply at a standstill with basic lab tools.</a:t>
            </a:r>
          </a:p>
          <a:p>
            <a:pPr marL="285750" indent="-285750">
              <a:lnSpc>
                <a:spcPct val="150000"/>
              </a:lnSpc>
              <a:buFont typeface="Wingdings" panose="05000000000000000000" pitchFamily="2" charset="2"/>
              <a:buChar char="Ø"/>
            </a:pPr>
            <a:r>
              <a:rPr lang="en-US" dirty="0"/>
              <a:t> Literature says that the surface of PMSM has </a:t>
            </a:r>
            <a:r>
              <a:rPr lang="en-US" dirty="0" err="1"/>
              <a:t>Lq</a:t>
            </a:r>
            <a:r>
              <a:rPr lang="en-US" dirty="0"/>
              <a:t> &gt; </a:t>
            </a:r>
            <a:r>
              <a:rPr lang="en-US" dirty="0" err="1"/>
              <a:t>Ld</a:t>
            </a:r>
            <a:r>
              <a:rPr lang="en-US" dirty="0"/>
              <a:t> – my data matches this.</a:t>
            </a:r>
          </a:p>
          <a:p>
            <a:pPr marL="285750" indent="-285750">
              <a:lnSpc>
                <a:spcPct val="150000"/>
              </a:lnSpc>
              <a:buFont typeface="Wingdings" panose="05000000000000000000" pitchFamily="2" charset="2"/>
              <a:buChar char="Ø"/>
            </a:pPr>
            <a:r>
              <a:rPr lang="en-US" dirty="0"/>
              <a:t>My measurements help to build real-world models for the SEM(Shell Eco Marathon) vehicle, which many don’t cover.</a:t>
            </a:r>
          </a:p>
          <a:p>
            <a:pPr marL="285750" indent="-285750">
              <a:lnSpc>
                <a:spcPct val="150000"/>
              </a:lnSpc>
              <a:buFont typeface="Wingdings" panose="05000000000000000000" pitchFamily="2" charset="2"/>
              <a:buChar char="Ø"/>
            </a:pPr>
            <a:r>
              <a:rPr lang="en-US" dirty="0"/>
              <a:t>So, my work connects with theory-experimental and real applications, filling a gap in existing research.</a:t>
            </a:r>
          </a:p>
          <a:p>
            <a:pPr marL="285750" indent="-285750">
              <a:lnSpc>
                <a:spcPct val="150000"/>
              </a:lnSpc>
              <a:buFont typeface="Wingdings" panose="05000000000000000000" pitchFamily="2" charset="2"/>
              <a:buChar char="Ø"/>
            </a:pPr>
            <a:endParaRPr lang="en-US" dirty="0"/>
          </a:p>
          <a:p>
            <a:pPr>
              <a:lnSpc>
                <a:spcPct val="150000"/>
              </a:lnSpc>
            </a:pPr>
            <a:endParaRPr lang="en-US" dirty="0"/>
          </a:p>
          <a:p>
            <a:pPr marL="285750" indent="-285750">
              <a:lnSpc>
                <a:spcPct val="150000"/>
              </a:lnSpc>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2896830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E782F3-0273-53BA-4056-1F4A18DDFE4C}"/>
              </a:ext>
            </a:extLst>
          </p:cNvPr>
          <p:cNvPicPr>
            <a:picLocks noChangeAspect="1"/>
          </p:cNvPicPr>
          <p:nvPr/>
        </p:nvPicPr>
        <p:blipFill>
          <a:blip r:embed="rId2"/>
          <a:stretch>
            <a:fillRect/>
          </a:stretch>
        </p:blipFill>
        <p:spPr>
          <a:xfrm>
            <a:off x="4920342" y="339637"/>
            <a:ext cx="3921579" cy="430203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5" name="TextBox 4">
            <a:extLst>
              <a:ext uri="{FF2B5EF4-FFF2-40B4-BE49-F238E27FC236}">
                <a16:creationId xmlns:a16="http://schemas.microsoft.com/office/drawing/2014/main" id="{D248A061-09B1-FB1A-BDE7-EBA788EE0035}"/>
              </a:ext>
            </a:extLst>
          </p:cNvPr>
          <p:cNvSpPr txBox="1"/>
          <p:nvPr/>
        </p:nvSpPr>
        <p:spPr>
          <a:xfrm>
            <a:off x="322217" y="313510"/>
            <a:ext cx="4397829" cy="3970318"/>
          </a:xfrm>
          <a:prstGeom prst="rect">
            <a:avLst/>
          </a:prstGeom>
          <a:noFill/>
        </p:spPr>
        <p:txBody>
          <a:bodyPr wrap="square" rtlCol="0">
            <a:spAutoFit/>
          </a:bodyPr>
          <a:lstStyle/>
          <a:p>
            <a:r>
              <a:rPr lang="en-US" b="1" dirty="0">
                <a:latin typeface="Space Mono" panose="020B0604020202020204" charset="0"/>
              </a:rPr>
              <a:t>Working Principle of </a:t>
            </a:r>
            <a:r>
              <a:rPr lang="en-IN" b="1" dirty="0">
                <a:latin typeface="Space Mono" panose="020B0604020202020204" charset="0"/>
              </a:rPr>
              <a:t>MXUS XF15R MOTOR:</a:t>
            </a:r>
          </a:p>
          <a:p>
            <a:endParaRPr lang="en-IN" b="1" dirty="0">
              <a:latin typeface="Space Mono" panose="020B0604020202020204" charset="0"/>
            </a:endParaRPr>
          </a:p>
          <a:p>
            <a:pPr marL="285750" indent="-285750">
              <a:lnSpc>
                <a:spcPct val="150000"/>
              </a:lnSpc>
              <a:buFont typeface="Wingdings" panose="05000000000000000000" pitchFamily="2" charset="2"/>
              <a:buChar char="Ø"/>
            </a:pPr>
            <a:r>
              <a:rPr lang="en-IN" dirty="0">
                <a:latin typeface="+mn-lt"/>
              </a:rPr>
              <a:t>Three-phase AC creates a rotating magnetic field in the stator.</a:t>
            </a:r>
          </a:p>
          <a:p>
            <a:pPr marL="285750" indent="-285750">
              <a:lnSpc>
                <a:spcPct val="150000"/>
              </a:lnSpc>
              <a:buFont typeface="Wingdings" panose="05000000000000000000" pitchFamily="2" charset="2"/>
              <a:buChar char="Ø"/>
            </a:pPr>
            <a:r>
              <a:rPr lang="en-IN" dirty="0">
                <a:latin typeface="+mn-lt"/>
              </a:rPr>
              <a:t>Rotor magnets align with this field and rotate in sync (No slip).</a:t>
            </a:r>
          </a:p>
          <a:p>
            <a:pPr marL="285750" indent="-285750">
              <a:lnSpc>
                <a:spcPct val="150000"/>
              </a:lnSpc>
              <a:buFont typeface="Wingdings" panose="05000000000000000000" pitchFamily="2" charset="2"/>
              <a:buChar char="Ø"/>
            </a:pPr>
            <a:r>
              <a:rPr lang="en-IN" dirty="0">
                <a:latin typeface="+mn-lt"/>
              </a:rPr>
              <a:t>Torque is produced by the interaction of stator and rotor magnetic fields.</a:t>
            </a:r>
          </a:p>
          <a:p>
            <a:pPr marL="285750" indent="-285750">
              <a:lnSpc>
                <a:spcPct val="150000"/>
              </a:lnSpc>
              <a:buFont typeface="Wingdings" panose="05000000000000000000" pitchFamily="2" charset="2"/>
              <a:buChar char="Ø"/>
            </a:pPr>
            <a:r>
              <a:rPr lang="en-IN" dirty="0">
                <a:latin typeface="+mn-lt"/>
              </a:rPr>
              <a:t>Surface-mounted magnets gives smooth sinusoidal Back-EMF and produce steady torque.</a:t>
            </a:r>
          </a:p>
          <a:p>
            <a:pPr marL="285750" indent="-285750">
              <a:lnSpc>
                <a:spcPct val="150000"/>
              </a:lnSpc>
              <a:buFont typeface="Wingdings" panose="05000000000000000000" pitchFamily="2" charset="2"/>
              <a:buChar char="Ø"/>
            </a:pPr>
            <a:r>
              <a:rPr lang="en-IN" dirty="0">
                <a:latin typeface="+mn-lt"/>
              </a:rPr>
              <a:t>Ideal for lightweight electric vehicle especially like EV bikes and (Shell Eco-marathon).</a:t>
            </a:r>
          </a:p>
          <a:p>
            <a:endParaRPr lang="en-IN" b="1" dirty="0">
              <a:latin typeface="Space Mono" panose="020B0604020202020204" charset="0"/>
            </a:endParaRPr>
          </a:p>
        </p:txBody>
      </p:sp>
    </p:spTree>
    <p:extLst>
      <p:ext uri="{BB962C8B-B14F-4D97-AF65-F5344CB8AC3E}">
        <p14:creationId xmlns:p14="http://schemas.microsoft.com/office/powerpoint/2010/main" val="2358937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grpSp>
        <p:nvGrpSpPr>
          <p:cNvPr id="693" name="Google Shape;693;p34"/>
          <p:cNvGrpSpPr/>
          <p:nvPr/>
        </p:nvGrpSpPr>
        <p:grpSpPr>
          <a:xfrm rot="10800000">
            <a:off x="-375160" y="3770407"/>
            <a:ext cx="9329602" cy="1210174"/>
            <a:chOff x="1859848" y="4008665"/>
            <a:chExt cx="3610527" cy="468334"/>
          </a:xfrm>
        </p:grpSpPr>
        <p:sp>
          <p:nvSpPr>
            <p:cNvPr id="694" name="Google Shape;694;p34"/>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4"/>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4"/>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4"/>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4"/>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 name="Google Shape;699;p34"/>
          <p:cNvGrpSpPr/>
          <p:nvPr/>
        </p:nvGrpSpPr>
        <p:grpSpPr>
          <a:xfrm>
            <a:off x="6560824" y="2529206"/>
            <a:ext cx="2845005" cy="2960695"/>
            <a:chOff x="6796474" y="2819406"/>
            <a:chExt cx="2845005" cy="2960695"/>
          </a:xfrm>
        </p:grpSpPr>
        <p:grpSp>
          <p:nvGrpSpPr>
            <p:cNvPr id="700" name="Google Shape;700;p34"/>
            <p:cNvGrpSpPr/>
            <p:nvPr/>
          </p:nvGrpSpPr>
          <p:grpSpPr>
            <a:xfrm>
              <a:off x="7127345" y="3207881"/>
              <a:ext cx="2182231" cy="2183342"/>
              <a:chOff x="5690549" y="1784557"/>
              <a:chExt cx="570782" cy="571072"/>
            </a:xfrm>
          </p:grpSpPr>
          <p:sp>
            <p:nvSpPr>
              <p:cNvPr id="701" name="Google Shape;701;p34"/>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4"/>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4"/>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 name="Google Shape;704;p34"/>
            <p:cNvGrpSpPr/>
            <p:nvPr/>
          </p:nvGrpSpPr>
          <p:grpSpPr>
            <a:xfrm>
              <a:off x="6796474" y="2819406"/>
              <a:ext cx="2845005" cy="2960695"/>
              <a:chOff x="4876082" y="1708500"/>
              <a:chExt cx="694938" cy="723197"/>
            </a:xfrm>
          </p:grpSpPr>
          <p:sp>
            <p:nvSpPr>
              <p:cNvPr id="705" name="Google Shape;705;p34"/>
              <p:cNvSpPr/>
              <p:nvPr/>
            </p:nvSpPr>
            <p:spPr>
              <a:xfrm>
                <a:off x="5042889" y="1734725"/>
                <a:ext cx="507968" cy="262784"/>
              </a:xfrm>
              <a:custGeom>
                <a:avLst/>
                <a:gdLst/>
                <a:ahLst/>
                <a:cxnLst/>
                <a:rect l="l" t="t" r="r" b="b"/>
                <a:pathLst>
                  <a:path w="15729" h="8137" extrusionOk="0">
                    <a:moveTo>
                      <a:pt x="5603" y="0"/>
                    </a:moveTo>
                    <a:cubicBezTo>
                      <a:pt x="3542" y="0"/>
                      <a:pt x="1615" y="607"/>
                      <a:pt x="0" y="1651"/>
                    </a:cubicBezTo>
                    <a:lnTo>
                      <a:pt x="0" y="1784"/>
                    </a:lnTo>
                    <a:cubicBezTo>
                      <a:pt x="1615" y="732"/>
                      <a:pt x="3533" y="116"/>
                      <a:pt x="5603" y="116"/>
                    </a:cubicBezTo>
                    <a:cubicBezTo>
                      <a:pt x="10492" y="116"/>
                      <a:pt x="14595" y="3551"/>
                      <a:pt x="15621" y="8136"/>
                    </a:cubicBezTo>
                    <a:lnTo>
                      <a:pt x="15728" y="8109"/>
                    </a:lnTo>
                    <a:cubicBezTo>
                      <a:pt x="14693" y="3479"/>
                      <a:pt x="10545" y="0"/>
                      <a:pt x="56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4"/>
              <p:cNvSpPr/>
              <p:nvPr/>
            </p:nvSpPr>
            <p:spPr>
              <a:xfrm>
                <a:off x="4888742" y="1886547"/>
                <a:ext cx="669314" cy="518625"/>
              </a:xfrm>
              <a:custGeom>
                <a:avLst/>
                <a:gdLst/>
                <a:ahLst/>
                <a:cxnLst/>
                <a:rect l="l" t="t" r="r" b="b"/>
                <a:pathLst>
                  <a:path w="20725" h="16059" extrusionOk="0">
                    <a:moveTo>
                      <a:pt x="1696" y="1"/>
                    </a:moveTo>
                    <a:cubicBezTo>
                      <a:pt x="625" y="1633"/>
                      <a:pt x="1" y="3587"/>
                      <a:pt x="1" y="5683"/>
                    </a:cubicBezTo>
                    <a:cubicBezTo>
                      <a:pt x="1" y="11411"/>
                      <a:pt x="4658" y="16058"/>
                      <a:pt x="10376" y="16058"/>
                    </a:cubicBezTo>
                    <a:cubicBezTo>
                      <a:pt x="15836" y="16058"/>
                      <a:pt x="20314" y="11830"/>
                      <a:pt x="20724" y="6486"/>
                    </a:cubicBezTo>
                    <a:lnTo>
                      <a:pt x="20724" y="6486"/>
                    </a:lnTo>
                    <a:lnTo>
                      <a:pt x="20608" y="6531"/>
                    </a:lnTo>
                    <a:cubicBezTo>
                      <a:pt x="20171" y="11794"/>
                      <a:pt x="15755" y="15951"/>
                      <a:pt x="10376" y="15951"/>
                    </a:cubicBezTo>
                    <a:cubicBezTo>
                      <a:pt x="4711" y="15951"/>
                      <a:pt x="108" y="11348"/>
                      <a:pt x="108" y="5683"/>
                    </a:cubicBezTo>
                    <a:cubicBezTo>
                      <a:pt x="108" y="3587"/>
                      <a:pt x="741" y="1633"/>
                      <a:pt x="1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4"/>
              <p:cNvSpPr/>
              <p:nvPr/>
            </p:nvSpPr>
            <p:spPr>
              <a:xfrm>
                <a:off x="5463252" y="1820276"/>
                <a:ext cx="99985" cy="174361"/>
              </a:xfrm>
              <a:custGeom>
                <a:avLst/>
                <a:gdLst/>
                <a:ahLst/>
                <a:cxnLst/>
                <a:rect l="l" t="t" r="r" b="b"/>
                <a:pathLst>
                  <a:path w="3096" h="5399" extrusionOk="0">
                    <a:moveTo>
                      <a:pt x="72" y="1"/>
                    </a:moveTo>
                    <a:lnTo>
                      <a:pt x="0" y="81"/>
                    </a:lnTo>
                    <a:cubicBezTo>
                      <a:pt x="1463" y="1500"/>
                      <a:pt x="2525" y="3337"/>
                      <a:pt x="2980" y="5398"/>
                    </a:cubicBezTo>
                    <a:lnTo>
                      <a:pt x="3096" y="5371"/>
                    </a:lnTo>
                    <a:cubicBezTo>
                      <a:pt x="2623" y="3293"/>
                      <a:pt x="1553" y="1437"/>
                      <a:pt x="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4"/>
              <p:cNvSpPr/>
              <p:nvPr/>
            </p:nvSpPr>
            <p:spPr>
              <a:xfrm>
                <a:off x="5439030" y="2090238"/>
                <a:ext cx="131990" cy="250706"/>
              </a:xfrm>
              <a:custGeom>
                <a:avLst/>
                <a:gdLst/>
                <a:ahLst/>
                <a:cxnLst/>
                <a:rect l="l" t="t" r="r" b="b"/>
                <a:pathLst>
                  <a:path w="4087" h="7763" extrusionOk="0">
                    <a:moveTo>
                      <a:pt x="4087" y="1"/>
                    </a:moveTo>
                    <a:lnTo>
                      <a:pt x="3971" y="54"/>
                    </a:lnTo>
                    <a:cubicBezTo>
                      <a:pt x="3775" y="3132"/>
                      <a:pt x="2267" y="5862"/>
                      <a:pt x="1" y="7682"/>
                    </a:cubicBezTo>
                    <a:lnTo>
                      <a:pt x="81" y="7762"/>
                    </a:lnTo>
                    <a:cubicBezTo>
                      <a:pt x="2383" y="5915"/>
                      <a:pt x="3908" y="3132"/>
                      <a:pt x="4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4"/>
              <p:cNvSpPr/>
              <p:nvPr/>
            </p:nvSpPr>
            <p:spPr>
              <a:xfrm>
                <a:off x="4876082" y="1886547"/>
                <a:ext cx="100567" cy="425293"/>
              </a:xfrm>
              <a:custGeom>
                <a:avLst/>
                <a:gdLst/>
                <a:ahLst/>
                <a:cxnLst/>
                <a:rect l="l" t="t" r="r" b="b"/>
                <a:pathLst>
                  <a:path w="3114" h="13169" extrusionOk="0">
                    <a:moveTo>
                      <a:pt x="1624" y="1"/>
                    </a:moveTo>
                    <a:cubicBezTo>
                      <a:pt x="598" y="1651"/>
                      <a:pt x="0" y="3596"/>
                      <a:pt x="0" y="5683"/>
                    </a:cubicBezTo>
                    <a:cubicBezTo>
                      <a:pt x="0" y="8592"/>
                      <a:pt x="1160" y="11232"/>
                      <a:pt x="3042" y="13168"/>
                    </a:cubicBezTo>
                    <a:lnTo>
                      <a:pt x="3114" y="13088"/>
                    </a:lnTo>
                    <a:cubicBezTo>
                      <a:pt x="1258" y="11170"/>
                      <a:pt x="116" y="8556"/>
                      <a:pt x="116" y="5683"/>
                    </a:cubicBezTo>
                    <a:cubicBezTo>
                      <a:pt x="116" y="3596"/>
                      <a:pt x="714" y="1651"/>
                      <a:pt x="1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4"/>
              <p:cNvSpPr/>
              <p:nvPr/>
            </p:nvSpPr>
            <p:spPr>
              <a:xfrm>
                <a:off x="5042889" y="1708500"/>
                <a:ext cx="497892" cy="189313"/>
              </a:xfrm>
              <a:custGeom>
                <a:avLst/>
                <a:gdLst/>
                <a:ahLst/>
                <a:cxnLst/>
                <a:rect l="l" t="t" r="r" b="b"/>
                <a:pathLst>
                  <a:path w="15417" h="5862" extrusionOk="0">
                    <a:moveTo>
                      <a:pt x="5603" y="0"/>
                    </a:moveTo>
                    <a:cubicBezTo>
                      <a:pt x="3560" y="0"/>
                      <a:pt x="1651" y="545"/>
                      <a:pt x="0" y="1508"/>
                    </a:cubicBezTo>
                    <a:lnTo>
                      <a:pt x="0" y="1633"/>
                    </a:lnTo>
                    <a:cubicBezTo>
                      <a:pt x="1642" y="670"/>
                      <a:pt x="3560" y="108"/>
                      <a:pt x="5603" y="108"/>
                    </a:cubicBezTo>
                    <a:cubicBezTo>
                      <a:pt x="9787" y="108"/>
                      <a:pt x="13427" y="2436"/>
                      <a:pt x="15318" y="5862"/>
                    </a:cubicBezTo>
                    <a:lnTo>
                      <a:pt x="15416" y="5808"/>
                    </a:lnTo>
                    <a:cubicBezTo>
                      <a:pt x="13507" y="2347"/>
                      <a:pt x="9823" y="0"/>
                      <a:pt x="56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4"/>
              <p:cNvSpPr/>
              <p:nvPr/>
            </p:nvSpPr>
            <p:spPr>
              <a:xfrm>
                <a:off x="4909508" y="2247260"/>
                <a:ext cx="589771" cy="184437"/>
              </a:xfrm>
              <a:custGeom>
                <a:avLst/>
                <a:gdLst/>
                <a:ahLst/>
                <a:cxnLst/>
                <a:rect l="l" t="t" r="r" b="b"/>
                <a:pathLst>
                  <a:path w="18262" h="5711" extrusionOk="0">
                    <a:moveTo>
                      <a:pt x="98" y="1"/>
                    </a:moveTo>
                    <a:lnTo>
                      <a:pt x="0" y="54"/>
                    </a:lnTo>
                    <a:cubicBezTo>
                      <a:pt x="1936" y="3435"/>
                      <a:pt x="5576" y="5710"/>
                      <a:pt x="9733" y="5710"/>
                    </a:cubicBezTo>
                    <a:cubicBezTo>
                      <a:pt x="13150" y="5710"/>
                      <a:pt x="16201" y="4176"/>
                      <a:pt x="18261" y="1767"/>
                    </a:cubicBezTo>
                    <a:lnTo>
                      <a:pt x="18172" y="1696"/>
                    </a:lnTo>
                    <a:cubicBezTo>
                      <a:pt x="16138" y="4087"/>
                      <a:pt x="13114" y="5603"/>
                      <a:pt x="9733" y="5603"/>
                    </a:cubicBezTo>
                    <a:cubicBezTo>
                      <a:pt x="5611" y="5603"/>
                      <a:pt x="2016" y="3346"/>
                      <a:pt x="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4"/>
              <p:cNvSpPr/>
              <p:nvPr/>
            </p:nvSpPr>
            <p:spPr>
              <a:xfrm>
                <a:off x="5027323" y="1769281"/>
                <a:ext cx="194513" cy="75829"/>
              </a:xfrm>
              <a:custGeom>
                <a:avLst/>
                <a:gdLst/>
                <a:ahLst/>
                <a:cxnLst/>
                <a:rect l="l" t="t" r="r" b="b"/>
                <a:pathLst>
                  <a:path w="6023" h="2348" extrusionOk="0">
                    <a:moveTo>
                      <a:pt x="6022" y="1"/>
                    </a:moveTo>
                    <a:cubicBezTo>
                      <a:pt x="3721" y="19"/>
                      <a:pt x="1615" y="875"/>
                      <a:pt x="1" y="2276"/>
                    </a:cubicBezTo>
                    <a:lnTo>
                      <a:pt x="1" y="2347"/>
                    </a:lnTo>
                    <a:cubicBezTo>
                      <a:pt x="1615" y="938"/>
                      <a:pt x="3721" y="81"/>
                      <a:pt x="6022" y="63"/>
                    </a:cubicBezTo>
                    <a:lnTo>
                      <a:pt x="60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4"/>
              <p:cNvSpPr/>
              <p:nvPr/>
            </p:nvSpPr>
            <p:spPr>
              <a:xfrm>
                <a:off x="4933116" y="1875018"/>
                <a:ext cx="64558" cy="118749"/>
              </a:xfrm>
              <a:custGeom>
                <a:avLst/>
                <a:gdLst/>
                <a:ahLst/>
                <a:cxnLst/>
                <a:rect l="l" t="t" r="r" b="b"/>
                <a:pathLst>
                  <a:path w="1999" h="3677" extrusionOk="0">
                    <a:moveTo>
                      <a:pt x="1928" y="1"/>
                    </a:moveTo>
                    <a:cubicBezTo>
                      <a:pt x="1026" y="1053"/>
                      <a:pt x="357" y="2302"/>
                      <a:pt x="1" y="3676"/>
                    </a:cubicBezTo>
                    <a:lnTo>
                      <a:pt x="54" y="3676"/>
                    </a:lnTo>
                    <a:cubicBezTo>
                      <a:pt x="420" y="2302"/>
                      <a:pt x="1098" y="1053"/>
                      <a:pt x="19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4"/>
              <p:cNvSpPr/>
              <p:nvPr/>
            </p:nvSpPr>
            <p:spPr>
              <a:xfrm>
                <a:off x="5031360" y="2299418"/>
                <a:ext cx="342585" cy="71469"/>
              </a:xfrm>
              <a:custGeom>
                <a:avLst/>
                <a:gdLst/>
                <a:ahLst/>
                <a:cxnLst/>
                <a:rect l="l" t="t" r="r" b="b"/>
                <a:pathLst>
                  <a:path w="10608" h="2213" extrusionOk="0">
                    <a:moveTo>
                      <a:pt x="36" y="0"/>
                    </a:moveTo>
                    <a:lnTo>
                      <a:pt x="1" y="45"/>
                    </a:lnTo>
                    <a:cubicBezTo>
                      <a:pt x="1615" y="1392"/>
                      <a:pt x="3694" y="2213"/>
                      <a:pt x="5960" y="2213"/>
                    </a:cubicBezTo>
                    <a:cubicBezTo>
                      <a:pt x="7655" y="2213"/>
                      <a:pt x="9243" y="1758"/>
                      <a:pt x="10608" y="964"/>
                    </a:cubicBezTo>
                    <a:lnTo>
                      <a:pt x="10581" y="919"/>
                    </a:lnTo>
                    <a:cubicBezTo>
                      <a:pt x="9216" y="1704"/>
                      <a:pt x="7637" y="2150"/>
                      <a:pt x="5960" y="2150"/>
                    </a:cubicBezTo>
                    <a:cubicBezTo>
                      <a:pt x="3712" y="2150"/>
                      <a:pt x="1642" y="1347"/>
                      <a:pt x="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 name="Google Shape;715;p34"/>
            <p:cNvGrpSpPr/>
            <p:nvPr/>
          </p:nvGrpSpPr>
          <p:grpSpPr>
            <a:xfrm>
              <a:off x="6918632" y="3054618"/>
              <a:ext cx="2600944" cy="2490022"/>
              <a:chOff x="5655411" y="869227"/>
              <a:chExt cx="635322" cy="608227"/>
            </a:xfrm>
          </p:grpSpPr>
          <p:sp>
            <p:nvSpPr>
              <p:cNvPr id="716" name="Google Shape;716;p34"/>
              <p:cNvSpPr/>
              <p:nvPr/>
            </p:nvSpPr>
            <p:spPr>
              <a:xfrm>
                <a:off x="5969456" y="869227"/>
                <a:ext cx="12724" cy="39787"/>
              </a:xfrm>
              <a:custGeom>
                <a:avLst/>
                <a:gdLst/>
                <a:ahLst/>
                <a:cxnLst/>
                <a:rect l="l" t="t" r="r" b="b"/>
                <a:pathLst>
                  <a:path w="394" h="1232" extrusionOk="0">
                    <a:moveTo>
                      <a:pt x="1" y="1"/>
                    </a:moveTo>
                    <a:lnTo>
                      <a:pt x="1" y="1232"/>
                    </a:lnTo>
                    <a:lnTo>
                      <a:pt x="393" y="1232"/>
                    </a:lnTo>
                    <a:lnTo>
                      <a:pt x="3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4"/>
              <p:cNvSpPr/>
              <p:nvPr/>
            </p:nvSpPr>
            <p:spPr>
              <a:xfrm>
                <a:off x="5994227" y="869809"/>
                <a:ext cx="16180" cy="40659"/>
              </a:xfrm>
              <a:custGeom>
                <a:avLst/>
                <a:gdLst/>
                <a:ahLst/>
                <a:cxnLst/>
                <a:rect l="l" t="t" r="r" b="b"/>
                <a:pathLst>
                  <a:path w="501" h="1259" extrusionOk="0">
                    <a:moveTo>
                      <a:pt x="108" y="0"/>
                    </a:moveTo>
                    <a:lnTo>
                      <a:pt x="1" y="1232"/>
                    </a:lnTo>
                    <a:lnTo>
                      <a:pt x="393" y="1258"/>
                    </a:lnTo>
                    <a:lnTo>
                      <a:pt x="500" y="36"/>
                    </a:lnTo>
                    <a:lnTo>
                      <a:pt x="1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4"/>
              <p:cNvSpPr/>
              <p:nvPr/>
            </p:nvSpPr>
            <p:spPr>
              <a:xfrm>
                <a:off x="6018997" y="872974"/>
                <a:ext cx="19345" cy="41531"/>
              </a:xfrm>
              <a:custGeom>
                <a:avLst/>
                <a:gdLst/>
                <a:ahLst/>
                <a:cxnLst/>
                <a:rect l="l" t="t" r="r" b="b"/>
                <a:pathLst>
                  <a:path w="599" h="1286" extrusionOk="0">
                    <a:moveTo>
                      <a:pt x="215" y="1"/>
                    </a:moveTo>
                    <a:lnTo>
                      <a:pt x="1" y="1214"/>
                    </a:lnTo>
                    <a:lnTo>
                      <a:pt x="385" y="1285"/>
                    </a:lnTo>
                    <a:lnTo>
                      <a:pt x="599" y="72"/>
                    </a:lnTo>
                    <a:lnTo>
                      <a:pt x="2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4"/>
              <p:cNvSpPr/>
              <p:nvPr/>
            </p:nvSpPr>
            <p:spPr>
              <a:xfrm>
                <a:off x="6043219" y="878464"/>
                <a:ext cx="22800" cy="41790"/>
              </a:xfrm>
              <a:custGeom>
                <a:avLst/>
                <a:gdLst/>
                <a:ahLst/>
                <a:cxnLst/>
                <a:rect l="l" t="t" r="r" b="b"/>
                <a:pathLst>
                  <a:path w="706" h="1294" extrusionOk="0">
                    <a:moveTo>
                      <a:pt x="322" y="0"/>
                    </a:moveTo>
                    <a:lnTo>
                      <a:pt x="0" y="1195"/>
                    </a:lnTo>
                    <a:lnTo>
                      <a:pt x="384" y="1294"/>
                    </a:lnTo>
                    <a:lnTo>
                      <a:pt x="705" y="107"/>
                    </a:lnTo>
                    <a:lnTo>
                      <a:pt x="3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4"/>
              <p:cNvSpPr/>
              <p:nvPr/>
            </p:nvSpPr>
            <p:spPr>
              <a:xfrm>
                <a:off x="6067118" y="886506"/>
                <a:ext cx="25675" cy="41822"/>
              </a:xfrm>
              <a:custGeom>
                <a:avLst/>
                <a:gdLst/>
                <a:ahLst/>
                <a:cxnLst/>
                <a:rect l="l" t="t" r="r" b="b"/>
                <a:pathLst>
                  <a:path w="795" h="1295" extrusionOk="0">
                    <a:moveTo>
                      <a:pt x="420" y="1"/>
                    </a:moveTo>
                    <a:lnTo>
                      <a:pt x="1" y="1161"/>
                    </a:lnTo>
                    <a:lnTo>
                      <a:pt x="375" y="1294"/>
                    </a:lnTo>
                    <a:lnTo>
                      <a:pt x="795" y="135"/>
                    </a:lnTo>
                    <a:lnTo>
                      <a:pt x="4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4"/>
              <p:cNvSpPr/>
              <p:nvPr/>
            </p:nvSpPr>
            <p:spPr>
              <a:xfrm>
                <a:off x="6090468" y="896905"/>
                <a:ext cx="28258" cy="41499"/>
              </a:xfrm>
              <a:custGeom>
                <a:avLst/>
                <a:gdLst/>
                <a:ahLst/>
                <a:cxnLst/>
                <a:rect l="l" t="t" r="r" b="b"/>
                <a:pathLst>
                  <a:path w="875" h="1285" extrusionOk="0">
                    <a:moveTo>
                      <a:pt x="518" y="0"/>
                    </a:moveTo>
                    <a:lnTo>
                      <a:pt x="0" y="1115"/>
                    </a:lnTo>
                    <a:lnTo>
                      <a:pt x="357" y="1285"/>
                    </a:lnTo>
                    <a:lnTo>
                      <a:pt x="875" y="161"/>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4"/>
              <p:cNvSpPr/>
              <p:nvPr/>
            </p:nvSpPr>
            <p:spPr>
              <a:xfrm>
                <a:off x="6112655" y="909274"/>
                <a:ext cx="30842" cy="40950"/>
              </a:xfrm>
              <a:custGeom>
                <a:avLst/>
                <a:gdLst/>
                <a:ahLst/>
                <a:cxnLst/>
                <a:rect l="l" t="t" r="r" b="b"/>
                <a:pathLst>
                  <a:path w="955" h="1268" extrusionOk="0">
                    <a:moveTo>
                      <a:pt x="616" y="1"/>
                    </a:moveTo>
                    <a:lnTo>
                      <a:pt x="0" y="1071"/>
                    </a:lnTo>
                    <a:lnTo>
                      <a:pt x="339" y="1267"/>
                    </a:lnTo>
                    <a:lnTo>
                      <a:pt x="955" y="206"/>
                    </a:lnTo>
                    <a:lnTo>
                      <a:pt x="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4"/>
              <p:cNvSpPr/>
              <p:nvPr/>
            </p:nvSpPr>
            <p:spPr>
              <a:xfrm>
                <a:off x="6133970" y="924259"/>
                <a:ext cx="33167" cy="39787"/>
              </a:xfrm>
              <a:custGeom>
                <a:avLst/>
                <a:gdLst/>
                <a:ahLst/>
                <a:cxnLst/>
                <a:rect l="l" t="t" r="r" b="b"/>
                <a:pathLst>
                  <a:path w="1027" h="1232" extrusionOk="0">
                    <a:moveTo>
                      <a:pt x="705" y="1"/>
                    </a:moveTo>
                    <a:lnTo>
                      <a:pt x="0" y="1009"/>
                    </a:lnTo>
                    <a:lnTo>
                      <a:pt x="322" y="1232"/>
                    </a:lnTo>
                    <a:lnTo>
                      <a:pt x="1026" y="224"/>
                    </a:lnTo>
                    <a:lnTo>
                      <a:pt x="7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4"/>
              <p:cNvSpPr/>
              <p:nvPr/>
            </p:nvSpPr>
            <p:spPr>
              <a:xfrm>
                <a:off x="6153865" y="940956"/>
                <a:ext cx="35460" cy="38657"/>
              </a:xfrm>
              <a:custGeom>
                <a:avLst/>
                <a:gdLst/>
                <a:ahLst/>
                <a:cxnLst/>
                <a:rect l="l" t="t" r="r" b="b"/>
                <a:pathLst>
                  <a:path w="1098" h="1197" extrusionOk="0">
                    <a:moveTo>
                      <a:pt x="794" y="1"/>
                    </a:moveTo>
                    <a:lnTo>
                      <a:pt x="0" y="947"/>
                    </a:lnTo>
                    <a:lnTo>
                      <a:pt x="303" y="1196"/>
                    </a:lnTo>
                    <a:lnTo>
                      <a:pt x="1097" y="251"/>
                    </a:lnTo>
                    <a:lnTo>
                      <a:pt x="7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4"/>
              <p:cNvSpPr/>
              <p:nvPr/>
            </p:nvSpPr>
            <p:spPr>
              <a:xfrm>
                <a:off x="5762601" y="1407438"/>
                <a:ext cx="35169" cy="38625"/>
              </a:xfrm>
              <a:custGeom>
                <a:avLst/>
                <a:gdLst/>
                <a:ahLst/>
                <a:cxnLst/>
                <a:rect l="l" t="t" r="r" b="b"/>
                <a:pathLst>
                  <a:path w="1089" h="1196" extrusionOk="0">
                    <a:moveTo>
                      <a:pt x="794" y="0"/>
                    </a:moveTo>
                    <a:lnTo>
                      <a:pt x="0" y="937"/>
                    </a:lnTo>
                    <a:lnTo>
                      <a:pt x="304" y="1195"/>
                    </a:lnTo>
                    <a:lnTo>
                      <a:pt x="1089" y="250"/>
                    </a:lnTo>
                    <a:lnTo>
                      <a:pt x="7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4"/>
              <p:cNvSpPr/>
              <p:nvPr/>
            </p:nvSpPr>
            <p:spPr>
              <a:xfrm>
                <a:off x="6172564" y="959688"/>
                <a:ext cx="37204" cy="37204"/>
              </a:xfrm>
              <a:custGeom>
                <a:avLst/>
                <a:gdLst/>
                <a:ahLst/>
                <a:cxnLst/>
                <a:rect l="l" t="t" r="r" b="b"/>
                <a:pathLst>
                  <a:path w="1152" h="1152" extrusionOk="0">
                    <a:moveTo>
                      <a:pt x="866" y="1"/>
                    </a:moveTo>
                    <a:lnTo>
                      <a:pt x="1" y="866"/>
                    </a:lnTo>
                    <a:lnTo>
                      <a:pt x="277" y="1152"/>
                    </a:lnTo>
                    <a:lnTo>
                      <a:pt x="1152" y="277"/>
                    </a:lnTo>
                    <a:lnTo>
                      <a:pt x="8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4"/>
              <p:cNvSpPr/>
              <p:nvPr/>
            </p:nvSpPr>
            <p:spPr>
              <a:xfrm>
                <a:off x="5742126" y="1390127"/>
                <a:ext cx="37204" cy="37204"/>
              </a:xfrm>
              <a:custGeom>
                <a:avLst/>
                <a:gdLst/>
                <a:ahLst/>
                <a:cxnLst/>
                <a:rect l="l" t="t" r="r" b="b"/>
                <a:pathLst>
                  <a:path w="1152" h="1152" extrusionOk="0">
                    <a:moveTo>
                      <a:pt x="866" y="1"/>
                    </a:moveTo>
                    <a:lnTo>
                      <a:pt x="1" y="875"/>
                    </a:lnTo>
                    <a:lnTo>
                      <a:pt x="277" y="1152"/>
                    </a:lnTo>
                    <a:lnTo>
                      <a:pt x="1152" y="277"/>
                    </a:lnTo>
                    <a:lnTo>
                      <a:pt x="8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4"/>
              <p:cNvSpPr/>
              <p:nvPr/>
            </p:nvSpPr>
            <p:spPr>
              <a:xfrm>
                <a:off x="6189584" y="980164"/>
                <a:ext cx="38915" cy="35169"/>
              </a:xfrm>
              <a:custGeom>
                <a:avLst/>
                <a:gdLst/>
                <a:ahLst/>
                <a:cxnLst/>
                <a:rect l="l" t="t" r="r" b="b"/>
                <a:pathLst>
                  <a:path w="1205" h="1089" extrusionOk="0">
                    <a:moveTo>
                      <a:pt x="946" y="0"/>
                    </a:moveTo>
                    <a:lnTo>
                      <a:pt x="0" y="794"/>
                    </a:lnTo>
                    <a:lnTo>
                      <a:pt x="259" y="1089"/>
                    </a:lnTo>
                    <a:lnTo>
                      <a:pt x="1205" y="304"/>
                    </a:lnTo>
                    <a:lnTo>
                      <a:pt x="94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4"/>
              <p:cNvSpPr/>
              <p:nvPr/>
            </p:nvSpPr>
            <p:spPr>
              <a:xfrm>
                <a:off x="5723394" y="1371396"/>
                <a:ext cx="38657" cy="35492"/>
              </a:xfrm>
              <a:custGeom>
                <a:avLst/>
                <a:gdLst/>
                <a:ahLst/>
                <a:cxnLst/>
                <a:rect l="l" t="t" r="r" b="b"/>
                <a:pathLst>
                  <a:path w="1197" h="1099" extrusionOk="0">
                    <a:moveTo>
                      <a:pt x="947" y="1"/>
                    </a:moveTo>
                    <a:lnTo>
                      <a:pt x="1" y="795"/>
                    </a:lnTo>
                    <a:lnTo>
                      <a:pt x="251" y="1098"/>
                    </a:lnTo>
                    <a:lnTo>
                      <a:pt x="1196" y="304"/>
                    </a:lnTo>
                    <a:lnTo>
                      <a:pt x="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4"/>
              <p:cNvSpPr/>
              <p:nvPr/>
            </p:nvSpPr>
            <p:spPr>
              <a:xfrm>
                <a:off x="6205118" y="1002351"/>
                <a:ext cx="40078" cy="33167"/>
              </a:xfrm>
              <a:custGeom>
                <a:avLst/>
                <a:gdLst/>
                <a:ahLst/>
                <a:cxnLst/>
                <a:rect l="l" t="t" r="r" b="b"/>
                <a:pathLst>
                  <a:path w="1241" h="1027" extrusionOk="0">
                    <a:moveTo>
                      <a:pt x="1018" y="0"/>
                    </a:moveTo>
                    <a:lnTo>
                      <a:pt x="1" y="705"/>
                    </a:lnTo>
                    <a:lnTo>
                      <a:pt x="233" y="1026"/>
                    </a:lnTo>
                    <a:lnTo>
                      <a:pt x="1241" y="321"/>
                    </a:lnTo>
                    <a:lnTo>
                      <a:pt x="10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4"/>
              <p:cNvSpPr/>
              <p:nvPr/>
            </p:nvSpPr>
            <p:spPr>
              <a:xfrm>
                <a:off x="5706697" y="1351534"/>
                <a:ext cx="39787" cy="33167"/>
              </a:xfrm>
              <a:custGeom>
                <a:avLst/>
                <a:gdLst/>
                <a:ahLst/>
                <a:cxnLst/>
                <a:rect l="l" t="t" r="r" b="b"/>
                <a:pathLst>
                  <a:path w="1232" h="1027" extrusionOk="0">
                    <a:moveTo>
                      <a:pt x="1009" y="0"/>
                    </a:moveTo>
                    <a:lnTo>
                      <a:pt x="1" y="705"/>
                    </a:lnTo>
                    <a:lnTo>
                      <a:pt x="224" y="1026"/>
                    </a:lnTo>
                    <a:lnTo>
                      <a:pt x="1232" y="322"/>
                    </a:lnTo>
                    <a:lnTo>
                      <a:pt x="10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4"/>
              <p:cNvSpPr/>
              <p:nvPr/>
            </p:nvSpPr>
            <p:spPr>
              <a:xfrm>
                <a:off x="6218973" y="1025668"/>
                <a:ext cx="40918" cy="31165"/>
              </a:xfrm>
              <a:custGeom>
                <a:avLst/>
                <a:gdLst/>
                <a:ahLst/>
                <a:cxnLst/>
                <a:rect l="l" t="t" r="r" b="b"/>
                <a:pathLst>
                  <a:path w="1267" h="965" extrusionOk="0">
                    <a:moveTo>
                      <a:pt x="1071" y="1"/>
                    </a:moveTo>
                    <a:lnTo>
                      <a:pt x="0" y="616"/>
                    </a:lnTo>
                    <a:lnTo>
                      <a:pt x="196" y="964"/>
                    </a:lnTo>
                    <a:lnTo>
                      <a:pt x="1267" y="349"/>
                    </a:lnTo>
                    <a:lnTo>
                      <a:pt x="10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4"/>
              <p:cNvSpPr/>
              <p:nvPr/>
            </p:nvSpPr>
            <p:spPr>
              <a:xfrm>
                <a:off x="5691712" y="1330219"/>
                <a:ext cx="40950" cy="30842"/>
              </a:xfrm>
              <a:custGeom>
                <a:avLst/>
                <a:gdLst/>
                <a:ahLst/>
                <a:cxnLst/>
                <a:rect l="l" t="t" r="r" b="b"/>
                <a:pathLst>
                  <a:path w="1268" h="955" extrusionOk="0">
                    <a:moveTo>
                      <a:pt x="1071" y="0"/>
                    </a:moveTo>
                    <a:lnTo>
                      <a:pt x="1" y="616"/>
                    </a:lnTo>
                    <a:lnTo>
                      <a:pt x="197" y="955"/>
                    </a:lnTo>
                    <a:lnTo>
                      <a:pt x="1267" y="339"/>
                    </a:lnTo>
                    <a:lnTo>
                      <a:pt x="10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4"/>
              <p:cNvSpPr/>
              <p:nvPr/>
            </p:nvSpPr>
            <p:spPr>
              <a:xfrm>
                <a:off x="6231052" y="1050730"/>
                <a:ext cx="41531" cy="28290"/>
              </a:xfrm>
              <a:custGeom>
                <a:avLst/>
                <a:gdLst/>
                <a:ahLst/>
                <a:cxnLst/>
                <a:rect l="l" t="t" r="r" b="b"/>
                <a:pathLst>
                  <a:path w="1286" h="876" extrusionOk="0">
                    <a:moveTo>
                      <a:pt x="1116" y="1"/>
                    </a:moveTo>
                    <a:lnTo>
                      <a:pt x="1" y="518"/>
                    </a:lnTo>
                    <a:lnTo>
                      <a:pt x="161" y="875"/>
                    </a:lnTo>
                    <a:lnTo>
                      <a:pt x="1286" y="358"/>
                    </a:lnTo>
                    <a:lnTo>
                      <a:pt x="11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4"/>
              <p:cNvSpPr/>
              <p:nvPr/>
            </p:nvSpPr>
            <p:spPr>
              <a:xfrm>
                <a:off x="5679343" y="1308031"/>
                <a:ext cx="41499" cy="28258"/>
              </a:xfrm>
              <a:custGeom>
                <a:avLst/>
                <a:gdLst/>
                <a:ahLst/>
                <a:cxnLst/>
                <a:rect l="l" t="t" r="r" b="b"/>
                <a:pathLst>
                  <a:path w="1285" h="875" extrusionOk="0">
                    <a:moveTo>
                      <a:pt x="1115" y="0"/>
                    </a:moveTo>
                    <a:lnTo>
                      <a:pt x="0" y="518"/>
                    </a:lnTo>
                    <a:lnTo>
                      <a:pt x="161" y="875"/>
                    </a:lnTo>
                    <a:lnTo>
                      <a:pt x="1285" y="357"/>
                    </a:lnTo>
                    <a:lnTo>
                      <a:pt x="11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4"/>
              <p:cNvSpPr/>
              <p:nvPr/>
            </p:nvSpPr>
            <p:spPr>
              <a:xfrm>
                <a:off x="6241160" y="1076664"/>
                <a:ext cx="41499" cy="25384"/>
              </a:xfrm>
              <a:custGeom>
                <a:avLst/>
                <a:gdLst/>
                <a:ahLst/>
                <a:cxnLst/>
                <a:rect l="l" t="t" r="r" b="b"/>
                <a:pathLst>
                  <a:path w="1285" h="786" extrusionOk="0">
                    <a:moveTo>
                      <a:pt x="1151" y="1"/>
                    </a:moveTo>
                    <a:lnTo>
                      <a:pt x="0" y="420"/>
                    </a:lnTo>
                    <a:lnTo>
                      <a:pt x="134" y="786"/>
                    </a:lnTo>
                    <a:lnTo>
                      <a:pt x="1285" y="366"/>
                    </a:lnTo>
                    <a:lnTo>
                      <a:pt x="11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4"/>
              <p:cNvSpPr/>
              <p:nvPr/>
            </p:nvSpPr>
            <p:spPr>
              <a:xfrm>
                <a:off x="5668943" y="1284681"/>
                <a:ext cx="41822" cy="25675"/>
              </a:xfrm>
              <a:custGeom>
                <a:avLst/>
                <a:gdLst/>
                <a:ahLst/>
                <a:cxnLst/>
                <a:rect l="l" t="t" r="r" b="b"/>
                <a:pathLst>
                  <a:path w="1295" h="795" extrusionOk="0">
                    <a:moveTo>
                      <a:pt x="1161" y="1"/>
                    </a:moveTo>
                    <a:lnTo>
                      <a:pt x="1" y="420"/>
                    </a:lnTo>
                    <a:lnTo>
                      <a:pt x="135" y="795"/>
                    </a:lnTo>
                    <a:lnTo>
                      <a:pt x="1294" y="375"/>
                    </a:lnTo>
                    <a:lnTo>
                      <a:pt x="11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4"/>
              <p:cNvSpPr/>
              <p:nvPr/>
            </p:nvSpPr>
            <p:spPr>
              <a:xfrm>
                <a:off x="5660902" y="1261073"/>
                <a:ext cx="41790" cy="22477"/>
              </a:xfrm>
              <a:custGeom>
                <a:avLst/>
                <a:gdLst/>
                <a:ahLst/>
                <a:cxnLst/>
                <a:rect l="l" t="t" r="r" b="b"/>
                <a:pathLst>
                  <a:path w="1294" h="696" extrusionOk="0">
                    <a:moveTo>
                      <a:pt x="1196" y="0"/>
                    </a:moveTo>
                    <a:lnTo>
                      <a:pt x="0" y="312"/>
                    </a:lnTo>
                    <a:lnTo>
                      <a:pt x="107" y="696"/>
                    </a:lnTo>
                    <a:lnTo>
                      <a:pt x="1294" y="375"/>
                    </a:lnTo>
                    <a:lnTo>
                      <a:pt x="11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4"/>
              <p:cNvSpPr/>
              <p:nvPr/>
            </p:nvSpPr>
            <p:spPr>
              <a:xfrm>
                <a:off x="5655411" y="1236561"/>
                <a:ext cx="41531" cy="19345"/>
              </a:xfrm>
              <a:custGeom>
                <a:avLst/>
                <a:gdLst/>
                <a:ahLst/>
                <a:cxnLst/>
                <a:rect l="l" t="t" r="r" b="b"/>
                <a:pathLst>
                  <a:path w="1286" h="599" extrusionOk="0">
                    <a:moveTo>
                      <a:pt x="1214" y="1"/>
                    </a:moveTo>
                    <a:lnTo>
                      <a:pt x="1" y="215"/>
                    </a:lnTo>
                    <a:lnTo>
                      <a:pt x="72" y="599"/>
                    </a:lnTo>
                    <a:lnTo>
                      <a:pt x="1285" y="384"/>
                    </a:lnTo>
                    <a:lnTo>
                      <a:pt x="12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4"/>
              <p:cNvSpPr/>
              <p:nvPr/>
            </p:nvSpPr>
            <p:spPr>
              <a:xfrm>
                <a:off x="5655411" y="1130824"/>
                <a:ext cx="41531" cy="19345"/>
              </a:xfrm>
              <a:custGeom>
                <a:avLst/>
                <a:gdLst/>
                <a:ahLst/>
                <a:cxnLst/>
                <a:rect l="l" t="t" r="r" b="b"/>
                <a:pathLst>
                  <a:path w="1286" h="599" extrusionOk="0">
                    <a:moveTo>
                      <a:pt x="72" y="1"/>
                    </a:moveTo>
                    <a:lnTo>
                      <a:pt x="1" y="393"/>
                    </a:lnTo>
                    <a:lnTo>
                      <a:pt x="1214" y="599"/>
                    </a:lnTo>
                    <a:lnTo>
                      <a:pt x="1285" y="215"/>
                    </a:lnTo>
                    <a:lnTo>
                      <a:pt x="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4"/>
              <p:cNvSpPr/>
              <p:nvPr/>
            </p:nvSpPr>
            <p:spPr>
              <a:xfrm>
                <a:off x="6248911" y="1261073"/>
                <a:ext cx="41822" cy="22477"/>
              </a:xfrm>
              <a:custGeom>
                <a:avLst/>
                <a:gdLst/>
                <a:ahLst/>
                <a:cxnLst/>
                <a:rect l="l" t="t" r="r" b="b"/>
                <a:pathLst>
                  <a:path w="1295" h="696" extrusionOk="0">
                    <a:moveTo>
                      <a:pt x="108" y="0"/>
                    </a:moveTo>
                    <a:lnTo>
                      <a:pt x="1" y="375"/>
                    </a:lnTo>
                    <a:lnTo>
                      <a:pt x="1196" y="696"/>
                    </a:lnTo>
                    <a:lnTo>
                      <a:pt x="1295" y="312"/>
                    </a:lnTo>
                    <a:lnTo>
                      <a:pt x="1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4"/>
              <p:cNvSpPr/>
              <p:nvPr/>
            </p:nvSpPr>
            <p:spPr>
              <a:xfrm>
                <a:off x="5660902" y="1103469"/>
                <a:ext cx="41790" cy="22510"/>
              </a:xfrm>
              <a:custGeom>
                <a:avLst/>
                <a:gdLst/>
                <a:ahLst/>
                <a:cxnLst/>
                <a:rect l="l" t="t" r="r" b="b"/>
                <a:pathLst>
                  <a:path w="1294" h="697" extrusionOk="0">
                    <a:moveTo>
                      <a:pt x="107" y="0"/>
                    </a:moveTo>
                    <a:lnTo>
                      <a:pt x="0" y="375"/>
                    </a:lnTo>
                    <a:lnTo>
                      <a:pt x="1196" y="696"/>
                    </a:lnTo>
                    <a:lnTo>
                      <a:pt x="1294" y="313"/>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4"/>
              <p:cNvSpPr/>
              <p:nvPr/>
            </p:nvSpPr>
            <p:spPr>
              <a:xfrm>
                <a:off x="6241160" y="1284681"/>
                <a:ext cx="41499" cy="25675"/>
              </a:xfrm>
              <a:custGeom>
                <a:avLst/>
                <a:gdLst/>
                <a:ahLst/>
                <a:cxnLst/>
                <a:rect l="l" t="t" r="r" b="b"/>
                <a:pathLst>
                  <a:path w="1285" h="795" extrusionOk="0">
                    <a:moveTo>
                      <a:pt x="134" y="1"/>
                    </a:moveTo>
                    <a:lnTo>
                      <a:pt x="0" y="375"/>
                    </a:lnTo>
                    <a:lnTo>
                      <a:pt x="1151" y="795"/>
                    </a:lnTo>
                    <a:lnTo>
                      <a:pt x="1285" y="420"/>
                    </a:ln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4"/>
              <p:cNvSpPr/>
              <p:nvPr/>
            </p:nvSpPr>
            <p:spPr>
              <a:xfrm>
                <a:off x="6231052" y="1308031"/>
                <a:ext cx="41531" cy="28258"/>
              </a:xfrm>
              <a:custGeom>
                <a:avLst/>
                <a:gdLst/>
                <a:ahLst/>
                <a:cxnLst/>
                <a:rect l="l" t="t" r="r" b="b"/>
                <a:pathLst>
                  <a:path w="1286" h="875" extrusionOk="0">
                    <a:moveTo>
                      <a:pt x="161" y="0"/>
                    </a:moveTo>
                    <a:lnTo>
                      <a:pt x="1" y="357"/>
                    </a:lnTo>
                    <a:lnTo>
                      <a:pt x="1116" y="875"/>
                    </a:lnTo>
                    <a:lnTo>
                      <a:pt x="1286" y="518"/>
                    </a:lnTo>
                    <a:lnTo>
                      <a:pt x="1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4"/>
              <p:cNvSpPr/>
              <p:nvPr/>
            </p:nvSpPr>
            <p:spPr>
              <a:xfrm>
                <a:off x="6218973" y="1330219"/>
                <a:ext cx="40918" cy="30842"/>
              </a:xfrm>
              <a:custGeom>
                <a:avLst/>
                <a:gdLst/>
                <a:ahLst/>
                <a:cxnLst/>
                <a:rect l="l" t="t" r="r" b="b"/>
                <a:pathLst>
                  <a:path w="1267" h="955" extrusionOk="0">
                    <a:moveTo>
                      <a:pt x="196" y="0"/>
                    </a:moveTo>
                    <a:lnTo>
                      <a:pt x="0" y="339"/>
                    </a:lnTo>
                    <a:lnTo>
                      <a:pt x="1071" y="955"/>
                    </a:lnTo>
                    <a:lnTo>
                      <a:pt x="1267" y="616"/>
                    </a:lnTo>
                    <a:lnTo>
                      <a:pt x="1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4"/>
              <p:cNvSpPr/>
              <p:nvPr/>
            </p:nvSpPr>
            <p:spPr>
              <a:xfrm>
                <a:off x="6205118" y="1351534"/>
                <a:ext cx="40078" cy="33167"/>
              </a:xfrm>
              <a:custGeom>
                <a:avLst/>
                <a:gdLst/>
                <a:ahLst/>
                <a:cxnLst/>
                <a:rect l="l" t="t" r="r" b="b"/>
                <a:pathLst>
                  <a:path w="1241" h="1027" extrusionOk="0">
                    <a:moveTo>
                      <a:pt x="233" y="0"/>
                    </a:moveTo>
                    <a:lnTo>
                      <a:pt x="1" y="322"/>
                    </a:lnTo>
                    <a:lnTo>
                      <a:pt x="1018" y="1026"/>
                    </a:lnTo>
                    <a:lnTo>
                      <a:pt x="1241" y="705"/>
                    </a:lnTo>
                    <a:lnTo>
                      <a:pt x="2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4"/>
              <p:cNvSpPr/>
              <p:nvPr/>
            </p:nvSpPr>
            <p:spPr>
              <a:xfrm>
                <a:off x="6189584" y="1371396"/>
                <a:ext cx="38915" cy="35492"/>
              </a:xfrm>
              <a:custGeom>
                <a:avLst/>
                <a:gdLst/>
                <a:ahLst/>
                <a:cxnLst/>
                <a:rect l="l" t="t" r="r" b="b"/>
                <a:pathLst>
                  <a:path w="1205" h="1099" extrusionOk="0">
                    <a:moveTo>
                      <a:pt x="259" y="1"/>
                    </a:moveTo>
                    <a:lnTo>
                      <a:pt x="0" y="304"/>
                    </a:lnTo>
                    <a:lnTo>
                      <a:pt x="946" y="1098"/>
                    </a:lnTo>
                    <a:lnTo>
                      <a:pt x="1205" y="795"/>
                    </a:lnTo>
                    <a:lnTo>
                      <a:pt x="25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4"/>
              <p:cNvSpPr/>
              <p:nvPr/>
            </p:nvSpPr>
            <p:spPr>
              <a:xfrm>
                <a:off x="6172564" y="1390127"/>
                <a:ext cx="37204" cy="37204"/>
              </a:xfrm>
              <a:custGeom>
                <a:avLst/>
                <a:gdLst/>
                <a:ahLst/>
                <a:cxnLst/>
                <a:rect l="l" t="t" r="r" b="b"/>
                <a:pathLst>
                  <a:path w="1152" h="1152" extrusionOk="0">
                    <a:moveTo>
                      <a:pt x="277" y="1"/>
                    </a:moveTo>
                    <a:lnTo>
                      <a:pt x="1" y="277"/>
                    </a:lnTo>
                    <a:lnTo>
                      <a:pt x="866" y="1152"/>
                    </a:lnTo>
                    <a:lnTo>
                      <a:pt x="1152" y="875"/>
                    </a:lnTo>
                    <a:lnTo>
                      <a:pt x="2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4"/>
              <p:cNvSpPr/>
              <p:nvPr/>
            </p:nvSpPr>
            <p:spPr>
              <a:xfrm>
                <a:off x="6153865" y="1407438"/>
                <a:ext cx="35460" cy="38625"/>
              </a:xfrm>
              <a:custGeom>
                <a:avLst/>
                <a:gdLst/>
                <a:ahLst/>
                <a:cxnLst/>
                <a:rect l="l" t="t" r="r" b="b"/>
                <a:pathLst>
                  <a:path w="1098" h="1196" extrusionOk="0">
                    <a:moveTo>
                      <a:pt x="303" y="0"/>
                    </a:moveTo>
                    <a:lnTo>
                      <a:pt x="0" y="250"/>
                    </a:lnTo>
                    <a:lnTo>
                      <a:pt x="794" y="1195"/>
                    </a:lnTo>
                    <a:lnTo>
                      <a:pt x="1097" y="937"/>
                    </a:lnTo>
                    <a:lnTo>
                      <a:pt x="3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4"/>
              <p:cNvSpPr/>
              <p:nvPr/>
            </p:nvSpPr>
            <p:spPr>
              <a:xfrm>
                <a:off x="6133970" y="1422682"/>
                <a:ext cx="33167" cy="40078"/>
              </a:xfrm>
              <a:custGeom>
                <a:avLst/>
                <a:gdLst/>
                <a:ahLst/>
                <a:cxnLst/>
                <a:rect l="l" t="t" r="r" b="b"/>
                <a:pathLst>
                  <a:path w="1027" h="1241" extrusionOk="0">
                    <a:moveTo>
                      <a:pt x="322" y="1"/>
                    </a:moveTo>
                    <a:lnTo>
                      <a:pt x="0" y="233"/>
                    </a:lnTo>
                    <a:lnTo>
                      <a:pt x="705" y="1241"/>
                    </a:lnTo>
                    <a:lnTo>
                      <a:pt x="1026" y="1018"/>
                    </a:lnTo>
                    <a:lnTo>
                      <a:pt x="3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4"/>
              <p:cNvSpPr/>
              <p:nvPr/>
            </p:nvSpPr>
            <p:spPr>
              <a:xfrm>
                <a:off x="6112655" y="1436537"/>
                <a:ext cx="30842" cy="40918"/>
              </a:xfrm>
              <a:custGeom>
                <a:avLst/>
                <a:gdLst/>
                <a:ahLst/>
                <a:cxnLst/>
                <a:rect l="l" t="t" r="r" b="b"/>
                <a:pathLst>
                  <a:path w="955" h="1267" extrusionOk="0">
                    <a:moveTo>
                      <a:pt x="339" y="0"/>
                    </a:moveTo>
                    <a:lnTo>
                      <a:pt x="0" y="196"/>
                    </a:lnTo>
                    <a:lnTo>
                      <a:pt x="616" y="1267"/>
                    </a:lnTo>
                    <a:lnTo>
                      <a:pt x="955" y="1071"/>
                    </a:lnTo>
                    <a:lnTo>
                      <a:pt x="3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4A3CDD56-FE8B-16C3-D43B-982EC9B65DDF}"/>
              </a:ext>
            </a:extLst>
          </p:cNvPr>
          <p:cNvSpPr txBox="1"/>
          <p:nvPr/>
        </p:nvSpPr>
        <p:spPr>
          <a:xfrm>
            <a:off x="574337" y="229395"/>
            <a:ext cx="5986487" cy="477054"/>
          </a:xfrm>
          <a:prstGeom prst="rect">
            <a:avLst/>
          </a:prstGeom>
          <a:noFill/>
        </p:spPr>
        <p:txBody>
          <a:bodyPr wrap="square" rtlCol="0">
            <a:spAutoFit/>
          </a:bodyPr>
          <a:lstStyle/>
          <a:p>
            <a:r>
              <a:rPr lang="en-US" b="1" dirty="0">
                <a:latin typeface="Space Mono" panose="020B0604020202020204" charset="0"/>
              </a:rPr>
              <a:t>About the MXUS XF15R Motor:</a:t>
            </a:r>
          </a:p>
          <a:p>
            <a:endParaRPr lang="en-IN" sz="1100" dirty="0">
              <a:latin typeface="Space Mono" panose="020B0604020202020204" charset="0"/>
            </a:endParaRPr>
          </a:p>
        </p:txBody>
      </p:sp>
      <p:sp>
        <p:nvSpPr>
          <p:cNvPr id="7" name="TextBox 6">
            <a:extLst>
              <a:ext uri="{FF2B5EF4-FFF2-40B4-BE49-F238E27FC236}">
                <a16:creationId xmlns:a16="http://schemas.microsoft.com/office/drawing/2014/main" id="{D0D28F89-B261-5B6A-645F-1274ABDF855D}"/>
              </a:ext>
            </a:extLst>
          </p:cNvPr>
          <p:cNvSpPr txBox="1"/>
          <p:nvPr/>
        </p:nvSpPr>
        <p:spPr>
          <a:xfrm>
            <a:off x="670560" y="706449"/>
            <a:ext cx="4773609" cy="3539430"/>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t>MXUS XF15R is a motorized rear hub with 36V and 350W, which is used in electric bicycles.</a:t>
            </a:r>
          </a:p>
          <a:p>
            <a:pPr marL="285750" indent="-285750" algn="just">
              <a:buFont typeface="Wingdings" panose="05000000000000000000" pitchFamily="2" charset="2"/>
              <a:buChar char="Ø"/>
            </a:pPr>
            <a:r>
              <a:rPr lang="en-US" dirty="0"/>
              <a:t>It is a three-phase, brushless motor, which has 20 poles (10 pole pairs).</a:t>
            </a:r>
          </a:p>
          <a:p>
            <a:pPr marL="285750" indent="-285750" algn="just">
              <a:buFont typeface="Wingdings" panose="05000000000000000000" pitchFamily="2" charset="2"/>
              <a:buChar char="Ø"/>
            </a:pPr>
            <a:r>
              <a:rPr lang="en-US" dirty="0"/>
              <a:t>Applies surface-mounted permanent magnets, - providing smooth and sinusoidal back-EMF.</a:t>
            </a:r>
          </a:p>
          <a:p>
            <a:pPr marL="285750" indent="-285750" algn="just">
              <a:buFont typeface="Wingdings" panose="05000000000000000000" pitchFamily="2" charset="2"/>
              <a:buChar char="Ø"/>
            </a:pPr>
            <a:r>
              <a:rPr lang="en-US" dirty="0"/>
              <a:t>The non-salient rotor design provides L d = L q and low torque ripple.</a:t>
            </a:r>
          </a:p>
          <a:p>
            <a:pPr marL="285750" indent="-285750" algn="just">
              <a:buFont typeface="Wingdings" panose="05000000000000000000" pitchFamily="2" charset="2"/>
              <a:buChar char="Ø"/>
            </a:pPr>
            <a:r>
              <a:rPr lang="en-US" dirty="0"/>
              <a:t>Has three Hall sensor for position and speed feedback (120 degree phase shifted).</a:t>
            </a:r>
          </a:p>
          <a:p>
            <a:pPr marL="285750" indent="-285750" algn="just">
              <a:buFont typeface="Wingdings" panose="05000000000000000000" pitchFamily="2" charset="2"/>
              <a:buChar char="Ø"/>
            </a:pPr>
            <a:r>
              <a:rPr lang="en-US" dirty="0"/>
              <a:t>Small and lightweight and suitable to small electric vehicles, such as the Shell Eco-Marathon concept vehicle.</a:t>
            </a:r>
          </a:p>
          <a:p>
            <a:pPr marL="285750" indent="-285750" algn="just">
              <a:buFont typeface="Wingdings" panose="05000000000000000000" pitchFamily="2" charset="2"/>
              <a:buChar char="Ø"/>
            </a:pPr>
            <a:r>
              <a:rPr lang="en-US" dirty="0"/>
              <a:t>Offers the best balance between efficiency, controllability and safety to research by students.</a:t>
            </a:r>
          </a:p>
          <a:p>
            <a:pPr algn="just"/>
            <a:endParaRPr lang="en-IN" dirty="0"/>
          </a:p>
        </p:txBody>
      </p:sp>
      <p:pic>
        <p:nvPicPr>
          <p:cNvPr id="9" name="Picture 8">
            <a:extLst>
              <a:ext uri="{FF2B5EF4-FFF2-40B4-BE49-F238E27FC236}">
                <a16:creationId xmlns:a16="http://schemas.microsoft.com/office/drawing/2014/main" id="{4BE97271-9DC0-04E6-C5FA-5DE7DC1FB333}"/>
              </a:ext>
            </a:extLst>
          </p:cNvPr>
          <p:cNvPicPr>
            <a:picLocks noChangeAspect="1"/>
          </p:cNvPicPr>
          <p:nvPr/>
        </p:nvPicPr>
        <p:blipFill>
          <a:blip r:embed="rId3"/>
          <a:stretch>
            <a:fillRect/>
          </a:stretch>
        </p:blipFill>
        <p:spPr>
          <a:xfrm>
            <a:off x="5896263" y="360807"/>
            <a:ext cx="3158802" cy="4174316"/>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4EE030-D8CB-A966-4737-DD7FAAB40C5C}"/>
              </a:ext>
            </a:extLst>
          </p:cNvPr>
          <p:cNvSpPr txBox="1"/>
          <p:nvPr/>
        </p:nvSpPr>
        <p:spPr>
          <a:xfrm>
            <a:off x="557348" y="444137"/>
            <a:ext cx="7698378" cy="3970318"/>
          </a:xfrm>
          <a:prstGeom prst="rect">
            <a:avLst/>
          </a:prstGeom>
          <a:noFill/>
        </p:spPr>
        <p:txBody>
          <a:bodyPr wrap="square" rtlCol="0">
            <a:spAutoFit/>
          </a:bodyPr>
          <a:lstStyle/>
          <a:p>
            <a:r>
              <a:rPr lang="en-US" b="1" dirty="0">
                <a:latin typeface="Space Mono" panose="020B0604020202020204" charset="0"/>
              </a:rPr>
              <a:t>Justification of methodology</a:t>
            </a:r>
            <a:r>
              <a:rPr lang="en-US" dirty="0"/>
              <a:t>:</a:t>
            </a:r>
          </a:p>
          <a:p>
            <a:endParaRPr lang="en-US" dirty="0"/>
          </a:p>
          <a:p>
            <a:pPr marL="285750" indent="-285750">
              <a:buFont typeface="Wingdings" panose="05000000000000000000" pitchFamily="2" charset="2"/>
              <a:buChar char="Ø"/>
            </a:pPr>
            <a:r>
              <a:rPr lang="en-US" dirty="0"/>
              <a:t>The motor was tested at standstill, and it was safe to measure Rs, </a:t>
            </a:r>
            <a:r>
              <a:rPr lang="en-US" dirty="0" err="1"/>
              <a:t>Ld</a:t>
            </a:r>
            <a:r>
              <a:rPr lang="en-US" dirty="0"/>
              <a:t>, and </a:t>
            </a:r>
            <a:r>
              <a:rPr lang="en-US" dirty="0" err="1"/>
              <a:t>Lq</a:t>
            </a:r>
            <a:r>
              <a:rPr lang="en-US" dirty="0"/>
              <a:t> without the inverter.</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line-to-line approach takes the same form as the connection of the star on the motor, so that the calculation of Rs is easy and correct.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At 100 kHz, on an LCR meter, we obtained clean and stable values of inductance.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By rotating the rotor softly, we were able to find the lowest (</a:t>
            </a:r>
            <a:r>
              <a:rPr lang="en-US" dirty="0" err="1"/>
              <a:t>Ld</a:t>
            </a:r>
            <a:r>
              <a:rPr lang="en-US" dirty="0"/>
              <a:t>) and highest (</a:t>
            </a:r>
            <a:r>
              <a:rPr lang="en-US" dirty="0" err="1"/>
              <a:t>Lq</a:t>
            </a:r>
            <a:r>
              <a:rPr lang="en-US" dirty="0"/>
              <a:t>) inductance points easily.</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In the oscilloscope, a definite Back-EMF signal was observed; this is the usual method of determining K n.</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In general, the approach is simple, non-hazardous, cheap, and gives outcomes required in the future FOC regulation.</a:t>
            </a:r>
            <a:endParaRPr lang="en-IN" dirty="0"/>
          </a:p>
        </p:txBody>
      </p:sp>
    </p:spTree>
    <p:extLst>
      <p:ext uri="{BB962C8B-B14F-4D97-AF65-F5344CB8AC3E}">
        <p14:creationId xmlns:p14="http://schemas.microsoft.com/office/powerpoint/2010/main" val="4013573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5"/>
          <p:cNvSpPr txBox="1">
            <a:spLocks noGrp="1"/>
          </p:cNvSpPr>
          <p:nvPr>
            <p:ph type="title"/>
          </p:nvPr>
        </p:nvSpPr>
        <p:spPr>
          <a:xfrm>
            <a:off x="567763" y="97200"/>
            <a:ext cx="7704000" cy="44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methodology</a:t>
            </a:r>
            <a:endParaRPr dirty="0"/>
          </a:p>
        </p:txBody>
      </p:sp>
      <p:sp>
        <p:nvSpPr>
          <p:cNvPr id="14" name="TextBox 13">
            <a:extLst>
              <a:ext uri="{FF2B5EF4-FFF2-40B4-BE49-F238E27FC236}">
                <a16:creationId xmlns:a16="http://schemas.microsoft.com/office/drawing/2014/main" id="{90905895-6C31-4E91-6370-0A440B8D5D94}"/>
              </a:ext>
            </a:extLst>
          </p:cNvPr>
          <p:cNvSpPr txBox="1"/>
          <p:nvPr/>
        </p:nvSpPr>
        <p:spPr>
          <a:xfrm>
            <a:off x="4960144" y="718642"/>
            <a:ext cx="3952875" cy="3607206"/>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We performed simple standstill experiments to determine the major parameters of PMSM (Rs, </a:t>
            </a:r>
            <a:r>
              <a:rPr lang="en-US" dirty="0" err="1"/>
              <a:t>Ld</a:t>
            </a:r>
            <a:r>
              <a:rPr lang="en-US" dirty="0"/>
              <a:t>, </a:t>
            </a:r>
            <a:r>
              <a:rPr lang="en-US" dirty="0" err="1"/>
              <a:t>Lq</a:t>
            </a:r>
            <a:r>
              <a:rPr lang="en-US" dirty="0"/>
              <a:t>, and Ke).</a:t>
            </a:r>
          </a:p>
          <a:p>
            <a:pPr marL="285750" indent="-285750">
              <a:lnSpc>
                <a:spcPct val="150000"/>
              </a:lnSpc>
              <a:buFont typeface="Wingdings" panose="05000000000000000000" pitchFamily="2" charset="2"/>
              <a:buChar char="Ø"/>
            </a:pPr>
            <a:r>
              <a:rPr lang="en-US" dirty="0"/>
              <a:t>These are critical to proper motor modelling and Field-Oriented Control (FOC).</a:t>
            </a:r>
          </a:p>
          <a:p>
            <a:pPr marL="285750" indent="-285750">
              <a:lnSpc>
                <a:spcPct val="150000"/>
              </a:lnSpc>
              <a:buFont typeface="Wingdings" panose="05000000000000000000" pitchFamily="2" charset="2"/>
              <a:buChar char="Ø"/>
            </a:pPr>
            <a:r>
              <a:rPr lang="en-US" dirty="0"/>
              <a:t>The controller was not connected to the motor so that a safe and controlled test environment would be obtained. </a:t>
            </a:r>
          </a:p>
          <a:p>
            <a:pPr marL="285750" indent="-285750">
              <a:lnSpc>
                <a:spcPct val="150000"/>
              </a:lnSpc>
              <a:buFont typeface="Wingdings" panose="05000000000000000000" pitchFamily="2" charset="2"/>
              <a:buChar char="Ø"/>
            </a:pPr>
            <a:r>
              <a:rPr lang="en-US" dirty="0"/>
              <a:t>All the necessary electrical measurements were measured with a digital multimeter, LCR meter, and oscilloscope.</a:t>
            </a:r>
          </a:p>
        </p:txBody>
      </p:sp>
      <p:pic>
        <p:nvPicPr>
          <p:cNvPr id="15" name="Picture 14">
            <a:extLst>
              <a:ext uri="{FF2B5EF4-FFF2-40B4-BE49-F238E27FC236}">
                <a16:creationId xmlns:a16="http://schemas.microsoft.com/office/drawing/2014/main" id="{0823D09F-2548-C861-5B40-51D56E9F6730}"/>
              </a:ext>
            </a:extLst>
          </p:cNvPr>
          <p:cNvPicPr>
            <a:picLocks noChangeAspect="1"/>
          </p:cNvPicPr>
          <p:nvPr/>
        </p:nvPicPr>
        <p:blipFill>
          <a:blip r:embed="rId3"/>
          <a:stretch>
            <a:fillRect/>
          </a:stretch>
        </p:blipFill>
        <p:spPr>
          <a:xfrm>
            <a:off x="690399" y="1014734"/>
            <a:ext cx="3952875" cy="353943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CD41C3E-1927-8E2F-F083-22BBA042FFE1}"/>
              </a:ext>
            </a:extLst>
          </p:cNvPr>
          <p:cNvSpPr txBox="1"/>
          <p:nvPr/>
        </p:nvSpPr>
        <p:spPr>
          <a:xfrm>
            <a:off x="438150" y="390525"/>
            <a:ext cx="2343150" cy="954107"/>
          </a:xfrm>
          <a:prstGeom prst="rect">
            <a:avLst/>
          </a:prstGeom>
          <a:noFill/>
        </p:spPr>
        <p:txBody>
          <a:bodyPr wrap="square" rtlCol="0">
            <a:spAutoFit/>
          </a:bodyPr>
          <a:lstStyle/>
          <a:p>
            <a:r>
              <a:rPr lang="en-IN" dirty="0"/>
              <a:t>Experimental Procedures:</a:t>
            </a:r>
          </a:p>
          <a:p>
            <a:pPr marL="285750" indent="-285750">
              <a:buFont typeface="Wingdings" panose="05000000000000000000" pitchFamily="2" charset="2"/>
              <a:buChar char="Ø"/>
            </a:pPr>
            <a:r>
              <a:rPr lang="en-IN" dirty="0"/>
              <a:t>Stator Resistance (Rₛ)</a:t>
            </a:r>
          </a:p>
          <a:p>
            <a:pPr marL="285750" indent="-285750">
              <a:buFont typeface="Wingdings" panose="05000000000000000000" pitchFamily="2" charset="2"/>
              <a:buChar char="Ø"/>
            </a:pPr>
            <a:r>
              <a:rPr lang="en-IN" dirty="0"/>
              <a:t>Inductance (</a:t>
            </a:r>
            <a:r>
              <a:rPr lang="en-IN" dirty="0" err="1"/>
              <a:t>Ld</a:t>
            </a:r>
            <a:r>
              <a:rPr lang="en-IN" dirty="0"/>
              <a:t>, </a:t>
            </a:r>
            <a:r>
              <a:rPr lang="en-IN" dirty="0" err="1"/>
              <a:t>Lq</a:t>
            </a:r>
            <a:r>
              <a:rPr lang="en-IN" dirty="0"/>
              <a:t>)</a:t>
            </a:r>
          </a:p>
          <a:p>
            <a:pPr marL="285750" indent="-285750">
              <a:buFont typeface="Wingdings" panose="05000000000000000000" pitchFamily="2" charset="2"/>
              <a:buChar char="Ø"/>
            </a:pPr>
            <a:r>
              <a:rPr lang="en-US" dirty="0"/>
              <a:t>Back-EMF (Ke)</a:t>
            </a:r>
            <a:endParaRPr lang="en-IN" dirty="0"/>
          </a:p>
        </p:txBody>
      </p:sp>
      <p:sp>
        <p:nvSpPr>
          <p:cNvPr id="12" name="TextBox 11">
            <a:extLst>
              <a:ext uri="{FF2B5EF4-FFF2-40B4-BE49-F238E27FC236}">
                <a16:creationId xmlns:a16="http://schemas.microsoft.com/office/drawing/2014/main" id="{12D16257-2E19-A2A7-DB39-4F8D0B6D3103}"/>
              </a:ext>
            </a:extLst>
          </p:cNvPr>
          <p:cNvSpPr txBox="1"/>
          <p:nvPr/>
        </p:nvSpPr>
        <p:spPr>
          <a:xfrm>
            <a:off x="438150" y="1491064"/>
            <a:ext cx="2076450" cy="307777"/>
          </a:xfrm>
          <a:prstGeom prst="rect">
            <a:avLst/>
          </a:prstGeom>
          <a:noFill/>
        </p:spPr>
        <p:txBody>
          <a:bodyPr wrap="square" rtlCol="0">
            <a:spAutoFit/>
          </a:bodyPr>
          <a:lstStyle/>
          <a:p>
            <a:r>
              <a:rPr lang="en-IN" dirty="0"/>
              <a:t>Stator Resistance (Rₛ): </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E4A873C-C542-6B54-FC48-29189C9E1270}"/>
                  </a:ext>
                </a:extLst>
              </p:cNvPr>
              <p:cNvSpPr txBox="1"/>
              <p:nvPr/>
            </p:nvSpPr>
            <p:spPr>
              <a:xfrm>
                <a:off x="554084" y="1875604"/>
                <a:ext cx="3448050" cy="2999924"/>
              </a:xfrm>
              <a:prstGeom prst="rect">
                <a:avLst/>
              </a:prstGeom>
              <a:noFill/>
            </p:spPr>
            <p:txBody>
              <a:bodyPr wrap="square" rtlCol="0">
                <a:spAutoFit/>
              </a:bodyPr>
              <a:lstStyle/>
              <a:p>
                <a:pPr marL="285750" indent="-285750">
                  <a:buFont typeface="Arial" panose="020B0604020202020204" pitchFamily="34" charset="0"/>
                  <a:buChar char="•"/>
                </a:pPr>
                <a:r>
                  <a:rPr lang="en-US" dirty="0"/>
                  <a:t>The motor stator is star (Y) connected, and therefore every line-to-line cycle resistance measure is two phase resistances in series.</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𝑅</m:t>
                          </m:r>
                        </m:e>
                        <m:sub>
                          <m:r>
                            <a:rPr lang="en-US" i="1" dirty="0">
                              <a:latin typeface="Cambria Math" panose="02040503050406030204" pitchFamily="18" charset="0"/>
                            </a:rPr>
                            <m:t>𝑠</m:t>
                          </m:r>
                        </m:sub>
                      </m:sSub>
                      <m:r>
                        <a:rPr lang="en-US" dirty="0">
                          <a:latin typeface="Cambria Math" panose="02040503050406030204" pitchFamily="18" charset="0"/>
                        </a:rPr>
                        <m:t>=</m:t>
                      </m:r>
                      <m:f>
                        <m:fPr>
                          <m:type m:val="skw"/>
                          <m:ctrlPr>
                            <a:rPr lang="en-US" i="1" dirty="0">
                              <a:latin typeface="Cambria Math" panose="02040503050406030204" pitchFamily="18" charset="0"/>
                            </a:rPr>
                          </m:ctrlPr>
                        </m:fPr>
                        <m:num>
                          <m:r>
                            <a:rPr lang="en-US" i="1" dirty="0">
                              <a:latin typeface="Cambria Math" panose="02040503050406030204" pitchFamily="18" charset="0"/>
                            </a:rPr>
                            <m:t>𝑅</m:t>
                          </m:r>
                          <m:acc>
                            <m:accPr>
                              <m:chr m:val="̇"/>
                              <m:ctrlPr>
                                <a:rPr lang="en-US" i="1" dirty="0">
                                  <a:latin typeface="Cambria Math" panose="02040503050406030204" pitchFamily="18" charset="0"/>
                                </a:rPr>
                              </m:ctrlPr>
                            </m:accPr>
                            <m:e>
                              <m:r>
                                <a:rPr lang="en-US" i="1" dirty="0">
                                  <a:latin typeface="Cambria Math" panose="02040503050406030204" pitchFamily="18" charset="0"/>
                                </a:rPr>
                                <m:t>𝑙𝑖𝑛𝑒</m:t>
                              </m:r>
                              <m:r>
                                <a:rPr lang="en-US" i="1" dirty="0">
                                  <a:latin typeface="Cambria Math" panose="02040503050406030204" pitchFamily="18" charset="0"/>
                                </a:rPr>
                                <m:t>−</m:t>
                              </m:r>
                              <m:r>
                                <a:rPr lang="en-US" i="1" dirty="0">
                                  <a:latin typeface="Cambria Math" panose="02040503050406030204" pitchFamily="18" charset="0"/>
                                </a:rPr>
                                <m:t>𝑡𝑜</m:t>
                              </m:r>
                              <m:r>
                                <a:rPr lang="en-US" i="1" dirty="0">
                                  <a:latin typeface="Cambria Math" panose="02040503050406030204" pitchFamily="18" charset="0"/>
                                </a:rPr>
                                <m:t>−</m:t>
                              </m:r>
                              <m:r>
                                <a:rPr lang="en-US" i="1" dirty="0">
                                  <a:latin typeface="Cambria Math" panose="02040503050406030204" pitchFamily="18" charset="0"/>
                                </a:rPr>
                                <m:t>𝑙𝑖𝑛𝑒</m:t>
                              </m:r>
                            </m:e>
                          </m:acc>
                        </m:num>
                        <m:den>
                          <m:r>
                            <a:rPr lang="en-US" dirty="0">
                              <a:latin typeface="Cambria Math" panose="02040503050406030204" pitchFamily="18" charset="0"/>
                            </a:rPr>
                            <m:t>2</m:t>
                          </m:r>
                        </m:den>
                      </m:f>
                    </m:oMath>
                  </m:oMathPara>
                </a14:m>
                <a:endParaRPr lang="en-US" dirty="0"/>
              </a:p>
              <a:p>
                <a:pPr marL="285750" indent="-285750">
                  <a:buFont typeface="Arial" panose="020B0604020202020204" pitchFamily="34" charset="0"/>
                  <a:buChar char="•"/>
                </a:pPr>
                <a:r>
                  <a:rPr lang="en-US" dirty="0"/>
                  <a:t>Measured between phase pairs (U–V, V–W, W–U) using a digital multimeter.</a:t>
                </a:r>
              </a:p>
              <a:p>
                <a:pPr marL="285750" indent="-285750">
                  <a:buFont typeface="Arial" panose="020B0604020202020204" pitchFamily="34" charset="0"/>
                  <a:buChar char="•"/>
                </a:pPr>
                <a:r>
                  <a:rPr lang="en-IN" dirty="0"/>
                  <a:t>Per-phase resistance obtained as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𝑅</m:t>
                        </m:r>
                      </m:e>
                      <m:sub>
                        <m:r>
                          <a:rPr lang="ar-AE" i="1">
                            <a:latin typeface="Cambria Math" panose="02040503050406030204" pitchFamily="18" charset="0"/>
                          </a:rPr>
                          <m:t>𝑠</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𝑅</m:t>
                        </m:r>
                      </m:e>
                      <m:sub>
                        <m:r>
                          <a:rPr lang="ar-AE" i="1">
                            <a:latin typeface="Cambria Math" panose="02040503050406030204" pitchFamily="18" charset="0"/>
                          </a:rPr>
                          <m:t>𝑈𝑉</m:t>
                        </m:r>
                      </m:sub>
                    </m:sSub>
                    <m:r>
                      <a:rPr lang="ar-AE">
                        <a:latin typeface="Cambria Math" panose="02040503050406030204" pitchFamily="18" charset="0"/>
                      </a:rPr>
                      <m:t>/</m:t>
                    </m:r>
                    <m:r>
                      <a:rPr lang="ar-AE">
                        <a:latin typeface="Cambria Math" panose="02040503050406030204" pitchFamily="18" charset="0"/>
                      </a:rPr>
                      <m:t>2</m:t>
                    </m:r>
                  </m:oMath>
                </a14:m>
                <a:r>
                  <a:rPr lang="ar-AE" dirty="0"/>
                  <a:t>.</a:t>
                </a:r>
                <a:endParaRPr lang="en-US" dirty="0"/>
              </a:p>
              <a:p>
                <a:pPr marL="285750" indent="-285750">
                  <a:buFont typeface="Arial" panose="020B0604020202020204" pitchFamily="34" charset="0"/>
                  <a:buChar char="•"/>
                </a:pPr>
                <a:r>
                  <a:rPr lang="en-US" dirty="0"/>
                  <a:t>Averaged multiple readings to minimize error.</a:t>
                </a:r>
              </a:p>
              <a:p>
                <a:endParaRPr lang="en-US" dirty="0"/>
              </a:p>
            </p:txBody>
          </p:sp>
        </mc:Choice>
        <mc:Fallback xmlns="">
          <p:sp>
            <p:nvSpPr>
              <p:cNvPr id="15" name="TextBox 14">
                <a:extLst>
                  <a:ext uri="{FF2B5EF4-FFF2-40B4-BE49-F238E27FC236}">
                    <a16:creationId xmlns:a16="http://schemas.microsoft.com/office/drawing/2014/main" id="{EE4A873C-C542-6B54-FC48-29189C9E1270}"/>
                  </a:ext>
                </a:extLst>
              </p:cNvPr>
              <p:cNvSpPr txBox="1">
                <a:spLocks noRot="1" noChangeAspect="1" noMove="1" noResize="1" noEditPoints="1" noAdjustHandles="1" noChangeArrowheads="1" noChangeShapeType="1" noTextEdit="1"/>
              </p:cNvSpPr>
              <p:nvPr/>
            </p:nvSpPr>
            <p:spPr>
              <a:xfrm>
                <a:off x="554084" y="1875604"/>
                <a:ext cx="3448050" cy="2999924"/>
              </a:xfrm>
              <a:prstGeom prst="rect">
                <a:avLst/>
              </a:prstGeom>
              <a:blipFill>
                <a:blip r:embed="rId3"/>
                <a:stretch>
                  <a:fillRect l="-353" t="-407" r="-1767"/>
                </a:stretch>
              </a:blipFill>
            </p:spPr>
            <p:txBody>
              <a:bodyPr/>
              <a:lstStyle/>
              <a:p>
                <a:r>
                  <a:rPr lang="en-IN">
                    <a:noFill/>
                  </a:rPr>
                  <a:t> </a:t>
                </a:r>
              </a:p>
            </p:txBody>
          </p:sp>
        </mc:Fallback>
      </mc:AlternateContent>
      <p:pic>
        <p:nvPicPr>
          <p:cNvPr id="18" name="Picture 17">
            <a:extLst>
              <a:ext uri="{FF2B5EF4-FFF2-40B4-BE49-F238E27FC236}">
                <a16:creationId xmlns:a16="http://schemas.microsoft.com/office/drawing/2014/main" id="{DCA1AF54-29BB-BB49-48B9-840353AB54FC}"/>
              </a:ext>
            </a:extLst>
          </p:cNvPr>
          <p:cNvPicPr>
            <a:picLocks noChangeAspect="1"/>
          </p:cNvPicPr>
          <p:nvPr/>
        </p:nvPicPr>
        <p:blipFill>
          <a:blip r:embed="rId4"/>
          <a:srcRect b="15989"/>
          <a:stretch>
            <a:fillRect/>
          </a:stretch>
        </p:blipFill>
        <p:spPr>
          <a:xfrm>
            <a:off x="4089522" y="609525"/>
            <a:ext cx="4914900" cy="307101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262303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D27DA0C-F696-33C3-E5F8-8F6BB8A61DE8}"/>
                  </a:ext>
                </a:extLst>
              </p:cNvPr>
              <p:cNvSpPr txBox="1"/>
              <p:nvPr/>
            </p:nvSpPr>
            <p:spPr>
              <a:xfrm>
                <a:off x="466726" y="792208"/>
                <a:ext cx="6210300" cy="1202765"/>
              </a:xfrm>
              <a:prstGeom prst="rect">
                <a:avLst/>
              </a:prstGeom>
              <a:noFill/>
            </p:spPr>
            <p:txBody>
              <a:bodyPr wrap="square" rtlCol="0">
                <a:spAutoFit/>
              </a:bodyPr>
              <a:lstStyle/>
              <a:p>
                <a:pPr marL="285750" indent="-285750">
                  <a:buFont typeface="Wingdings" panose="05000000000000000000" pitchFamily="2" charset="2"/>
                  <a:buChar char="Ø"/>
                </a:pPr>
                <a:r>
                  <a:rPr lang="en-US" dirty="0"/>
                  <a:t>Connected LCR meter across U–V, with W terminal open.</a:t>
                </a:r>
              </a:p>
              <a:p>
                <a:pPr marL="285750" indent="-285750">
                  <a:buFont typeface="Wingdings" panose="05000000000000000000" pitchFamily="2" charset="2"/>
                  <a:buChar char="Ø"/>
                </a:pPr>
                <a:r>
                  <a:rPr lang="en-US" dirty="0"/>
                  <a:t>Rotor rotated manually; minimum inductance → D-axis, maximum → Q-axis.</a:t>
                </a:r>
              </a:p>
              <a:p>
                <a:pPr marL="285750" indent="-285750">
                  <a:buFont typeface="Wingdings" panose="05000000000000000000" pitchFamily="2" charset="2"/>
                  <a:buChar char="Ø"/>
                </a:pPr>
                <a:r>
                  <a:rPr lang="en-IN" dirty="0"/>
                  <a:t>Calculated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𝑑</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𝑚𝑖𝑛</m:t>
                        </m:r>
                      </m:sub>
                    </m:sSub>
                    <m:r>
                      <a:rPr lang="ar-AE">
                        <a:latin typeface="Cambria Math" panose="02040503050406030204" pitchFamily="18" charset="0"/>
                      </a:rPr>
                      <m:t>/</m:t>
                    </m:r>
                    <m:r>
                      <a:rPr lang="ar-AE">
                        <a:latin typeface="Cambria Math" panose="02040503050406030204" pitchFamily="18" charset="0"/>
                      </a:rPr>
                      <m:t>2</m:t>
                    </m:r>
                  </m:oMath>
                </a14:m>
                <a:r>
                  <a:rPr lang="ar-AE"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𝑞</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𝑚𝑎𝑥</m:t>
                        </m:r>
                      </m:sub>
                    </m:sSub>
                    <m:r>
                      <a:rPr lang="ar-AE">
                        <a:latin typeface="Cambria Math" panose="02040503050406030204" pitchFamily="18" charset="0"/>
                      </a:rPr>
                      <m:t>/</m:t>
                    </m:r>
                    <m:r>
                      <a:rPr lang="ar-AE">
                        <a:latin typeface="Cambria Math" panose="02040503050406030204" pitchFamily="18" charset="0"/>
                      </a:rPr>
                      <m:t>2</m:t>
                    </m:r>
                  </m:oMath>
                </a14:m>
                <a:r>
                  <a:rPr lang="ar-AE" dirty="0"/>
                  <a:t>.</a:t>
                </a:r>
                <a:endParaRPr lang="en-US" dirty="0"/>
              </a:p>
              <a:p>
                <a:pPr marL="285750" indent="-285750">
                  <a:buFont typeface="Wingdings" panose="05000000000000000000" pitchFamily="2" charset="2"/>
                  <a:buChar char="Ø"/>
                </a:pPr>
                <a:r>
                  <a:rPr lang="en-IN" dirty="0"/>
                  <a:t>Verified that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𝑞</m:t>
                        </m:r>
                      </m:sub>
                    </m:sSub>
                    <m:r>
                      <a:rPr lang="ar-AE">
                        <a:latin typeface="Cambria Math" panose="02040503050406030204" pitchFamily="18" charset="0"/>
                      </a:rPr>
                      <m:t>&gt;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𝑑</m:t>
                        </m:r>
                      </m:sub>
                    </m:sSub>
                  </m:oMath>
                </a14:m>
                <a:r>
                  <a:rPr lang="ar-AE" dirty="0"/>
                  <a:t>, </a:t>
                </a:r>
                <a:r>
                  <a:rPr lang="en-IN" dirty="0"/>
                  <a:t>confirming magnetic saliency.</a:t>
                </a:r>
              </a:p>
            </p:txBody>
          </p:sp>
        </mc:Choice>
        <mc:Fallback xmlns="">
          <p:sp>
            <p:nvSpPr>
              <p:cNvPr id="21" name="TextBox 20">
                <a:extLst>
                  <a:ext uri="{FF2B5EF4-FFF2-40B4-BE49-F238E27FC236}">
                    <a16:creationId xmlns:a16="http://schemas.microsoft.com/office/drawing/2014/main" id="{ED27DA0C-F696-33C3-E5F8-8F6BB8A61DE8}"/>
                  </a:ext>
                </a:extLst>
              </p:cNvPr>
              <p:cNvSpPr txBox="1">
                <a:spLocks noRot="1" noChangeAspect="1" noMove="1" noResize="1" noEditPoints="1" noAdjustHandles="1" noChangeArrowheads="1" noChangeShapeType="1" noTextEdit="1"/>
              </p:cNvSpPr>
              <p:nvPr/>
            </p:nvSpPr>
            <p:spPr>
              <a:xfrm>
                <a:off x="466726" y="792208"/>
                <a:ext cx="6210300" cy="1202765"/>
              </a:xfrm>
              <a:prstGeom prst="rect">
                <a:avLst/>
              </a:prstGeom>
              <a:blipFill>
                <a:blip r:embed="rId3"/>
                <a:stretch>
                  <a:fillRect l="-196" t="-1015" b="-3046"/>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852E335A-9ACF-B295-1F08-8289EB5F007C}"/>
              </a:ext>
            </a:extLst>
          </p:cNvPr>
          <p:cNvSpPr txBox="1"/>
          <p:nvPr/>
        </p:nvSpPr>
        <p:spPr>
          <a:xfrm>
            <a:off x="466726" y="357867"/>
            <a:ext cx="1809750" cy="307777"/>
          </a:xfrm>
          <a:prstGeom prst="rect">
            <a:avLst/>
          </a:prstGeom>
          <a:noFill/>
        </p:spPr>
        <p:txBody>
          <a:bodyPr wrap="square" rtlCol="0">
            <a:spAutoFit/>
          </a:bodyPr>
          <a:lstStyle/>
          <a:p>
            <a:r>
              <a:rPr lang="en-IN" dirty="0"/>
              <a:t>Inductance (</a:t>
            </a:r>
            <a:r>
              <a:rPr lang="en-IN" dirty="0" err="1"/>
              <a:t>Ld</a:t>
            </a:r>
            <a:r>
              <a:rPr lang="en-IN" dirty="0"/>
              <a:t>, </a:t>
            </a:r>
            <a:r>
              <a:rPr lang="en-IN" dirty="0" err="1"/>
              <a:t>Lq</a:t>
            </a:r>
            <a:r>
              <a:rPr lang="en-IN" dirty="0"/>
              <a:t>):</a:t>
            </a:r>
          </a:p>
        </p:txBody>
      </p:sp>
      <p:pic>
        <p:nvPicPr>
          <p:cNvPr id="3" name="Picture 2">
            <a:extLst>
              <a:ext uri="{FF2B5EF4-FFF2-40B4-BE49-F238E27FC236}">
                <a16:creationId xmlns:a16="http://schemas.microsoft.com/office/drawing/2014/main" id="{E6318D8F-E60A-4BF1-A4C7-AA59BB858977}"/>
              </a:ext>
            </a:extLst>
          </p:cNvPr>
          <p:cNvPicPr>
            <a:picLocks noChangeAspect="1"/>
          </p:cNvPicPr>
          <p:nvPr/>
        </p:nvPicPr>
        <p:blipFill>
          <a:blip r:embed="rId4"/>
          <a:stretch>
            <a:fillRect/>
          </a:stretch>
        </p:blipFill>
        <p:spPr>
          <a:xfrm>
            <a:off x="2276476" y="2217331"/>
            <a:ext cx="4267201" cy="238950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pic>
        <p:nvPicPr>
          <p:cNvPr id="23" name="Picture 22">
            <a:extLst>
              <a:ext uri="{FF2B5EF4-FFF2-40B4-BE49-F238E27FC236}">
                <a16:creationId xmlns:a16="http://schemas.microsoft.com/office/drawing/2014/main" id="{33EE35E2-1B81-0A2C-555C-17CC4B703B0F}"/>
              </a:ext>
            </a:extLst>
          </p:cNvPr>
          <p:cNvPicPr>
            <a:picLocks noChangeAspect="1"/>
          </p:cNvPicPr>
          <p:nvPr/>
        </p:nvPicPr>
        <p:blipFill>
          <a:blip r:embed="rId3"/>
          <a:srcRect t="21005" r="5044"/>
          <a:stretch>
            <a:fillRect/>
          </a:stretch>
        </p:blipFill>
        <p:spPr>
          <a:xfrm>
            <a:off x="5146765" y="980420"/>
            <a:ext cx="3709853" cy="2312276"/>
          </a:xfrm>
          <a:prstGeom prst="rect">
            <a:avLst/>
          </a:prstGeom>
          <a:ln>
            <a:noFill/>
          </a:ln>
          <a:effectLst>
            <a:outerShdw blurRad="190500" algn="tl" rotWithShape="0">
              <a:srgbClr val="000000">
                <a:alpha val="70000"/>
              </a:srgbClr>
            </a:outerShdw>
          </a:effectLst>
        </p:spPr>
      </p:pic>
      <p:sp>
        <p:nvSpPr>
          <p:cNvPr id="25" name="TextBox 24">
            <a:extLst>
              <a:ext uri="{FF2B5EF4-FFF2-40B4-BE49-F238E27FC236}">
                <a16:creationId xmlns:a16="http://schemas.microsoft.com/office/drawing/2014/main" id="{1490299B-5681-C44D-74C8-5969B5D2BFD7}"/>
              </a:ext>
            </a:extLst>
          </p:cNvPr>
          <p:cNvSpPr txBox="1"/>
          <p:nvPr/>
        </p:nvSpPr>
        <p:spPr>
          <a:xfrm>
            <a:off x="638279" y="283028"/>
            <a:ext cx="3384331" cy="523220"/>
          </a:xfrm>
          <a:prstGeom prst="rect">
            <a:avLst/>
          </a:prstGeom>
          <a:noFill/>
        </p:spPr>
        <p:txBody>
          <a:bodyPr wrap="square" rtlCol="0">
            <a:spAutoFit/>
          </a:bodyPr>
          <a:lstStyle/>
          <a:p>
            <a:r>
              <a:rPr lang="en-GB" b="1" dirty="0">
                <a:latin typeface="Space Mono" panose="020B0604020202020204" charset="0"/>
              </a:rPr>
              <a:t>Sinusoidal Back-EMF Waveform Identification :</a:t>
            </a:r>
          </a:p>
        </p:txBody>
      </p:sp>
      <p:sp>
        <p:nvSpPr>
          <p:cNvPr id="26" name="TextBox 25">
            <a:extLst>
              <a:ext uri="{FF2B5EF4-FFF2-40B4-BE49-F238E27FC236}">
                <a16:creationId xmlns:a16="http://schemas.microsoft.com/office/drawing/2014/main" id="{8767B063-15AA-5399-625F-838E3753FB85}"/>
              </a:ext>
            </a:extLst>
          </p:cNvPr>
          <p:cNvSpPr txBox="1"/>
          <p:nvPr/>
        </p:nvSpPr>
        <p:spPr>
          <a:xfrm>
            <a:off x="531223" y="806248"/>
            <a:ext cx="4476958" cy="425353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The U and V motor leads were then connected to the oscilloscope under an open circuit condition. </a:t>
            </a:r>
          </a:p>
          <a:p>
            <a:pPr marL="285750" indent="-285750">
              <a:lnSpc>
                <a:spcPct val="150000"/>
              </a:lnSpc>
              <a:buFont typeface="Wingdings" panose="05000000000000000000" pitchFamily="2" charset="2"/>
              <a:buChar char="Ø"/>
            </a:pPr>
            <a:r>
              <a:rPr lang="en-US" dirty="0"/>
              <a:t>Small AC voltage was produced by rotating the rotor manually. </a:t>
            </a:r>
          </a:p>
          <a:p>
            <a:pPr marL="285750" indent="-285750">
              <a:lnSpc>
                <a:spcPct val="150000"/>
              </a:lnSpc>
              <a:buFont typeface="Wingdings" panose="05000000000000000000" pitchFamily="2" charset="2"/>
              <a:buChar char="Ø"/>
            </a:pPr>
            <a:r>
              <a:rPr lang="en-US" dirty="0"/>
              <a:t>An oscilloscope-generated a clear sinusoidal waveform which proved healthy and balanced windings on the stator.</a:t>
            </a:r>
          </a:p>
          <a:p>
            <a:pPr marL="285750" indent="-285750">
              <a:lnSpc>
                <a:spcPct val="150000"/>
              </a:lnSpc>
              <a:buFont typeface="Wingdings" panose="05000000000000000000" pitchFamily="2" charset="2"/>
              <a:buChar char="Ø"/>
            </a:pPr>
            <a:r>
              <a:rPr lang="en-US" dirty="0"/>
              <a:t> The fact that the waveform is smooth indicates that the PMSM generates AC voltage proportional to the rotor speed.</a:t>
            </a:r>
          </a:p>
          <a:p>
            <a:pPr marL="285750" indent="-285750">
              <a:lnSpc>
                <a:spcPct val="150000"/>
              </a:lnSpc>
              <a:buFont typeface="Wingdings" panose="05000000000000000000" pitchFamily="2" charset="2"/>
              <a:buChar char="Ø"/>
            </a:pPr>
            <a:r>
              <a:rPr lang="en-US" dirty="0"/>
              <a:t>This also establishes the fact that the motor produces a clean sinusoidal back-EMF that is optimal with FOC and smooth torque generation.</a:t>
            </a:r>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28" name="TextBox 27">
            <a:extLst>
              <a:ext uri="{FF2B5EF4-FFF2-40B4-BE49-F238E27FC236}">
                <a16:creationId xmlns:a16="http://schemas.microsoft.com/office/drawing/2014/main" id="{45294C3E-7ED4-F112-A2B9-02AB9DBAF0F0}"/>
              </a:ext>
            </a:extLst>
          </p:cNvPr>
          <p:cNvSpPr txBox="1"/>
          <p:nvPr/>
        </p:nvSpPr>
        <p:spPr>
          <a:xfrm>
            <a:off x="402771" y="229262"/>
            <a:ext cx="8338457" cy="4401205"/>
          </a:xfrm>
          <a:prstGeom prst="rect">
            <a:avLst/>
          </a:prstGeom>
          <a:noFill/>
        </p:spPr>
        <p:txBody>
          <a:bodyPr wrap="square" rtlCol="0">
            <a:spAutoFit/>
          </a:bodyPr>
          <a:lstStyle/>
          <a:p>
            <a:endParaRPr lang="en-GB" b="1" dirty="0">
              <a:latin typeface="Space Mono" panose="020B0604020202020204" charset="0"/>
            </a:endParaRPr>
          </a:p>
          <a:p>
            <a:r>
              <a:rPr lang="en-GB" b="1" dirty="0">
                <a:latin typeface="Space Mono" panose="020B0604020202020204" charset="0"/>
              </a:rPr>
              <a:t>Future Work:</a:t>
            </a:r>
          </a:p>
          <a:p>
            <a:endParaRPr lang="en-GB" b="1" dirty="0">
              <a:latin typeface="Space Mono" panose="020B0604020202020204" charset="0"/>
            </a:endParaRPr>
          </a:p>
          <a:p>
            <a:pPr marL="285750" indent="-285750">
              <a:buFont typeface="Wingdings" panose="05000000000000000000" pitchFamily="2" charset="2"/>
              <a:buChar char="Ø"/>
            </a:pPr>
            <a:r>
              <a:rPr lang="en-US" dirty="0">
                <a:latin typeface="+mn-lt"/>
              </a:rPr>
              <a:t>Conduct thorough dynamic testing of the PMSM while it is under load.</a:t>
            </a:r>
          </a:p>
          <a:p>
            <a:pPr marL="285750" indent="-285750">
              <a:buFont typeface="Wingdings" panose="05000000000000000000" pitchFamily="2" charset="2"/>
              <a:buChar char="Ø"/>
            </a:pPr>
            <a:r>
              <a:rPr lang="en-US" dirty="0">
                <a:latin typeface="+mn-lt"/>
              </a:rPr>
              <a:t>Set up a controlled inverter drive to verify the parameters (Rs, </a:t>
            </a:r>
            <a:r>
              <a:rPr lang="en-US" dirty="0" err="1">
                <a:latin typeface="+mn-lt"/>
              </a:rPr>
              <a:t>Ld</a:t>
            </a:r>
            <a:r>
              <a:rPr lang="en-US" dirty="0">
                <a:latin typeface="+mn-lt"/>
              </a:rPr>
              <a:t>, </a:t>
            </a:r>
            <a:r>
              <a:rPr lang="en-US" dirty="0" err="1">
                <a:latin typeface="+mn-lt"/>
              </a:rPr>
              <a:t>Lq</a:t>
            </a:r>
            <a:r>
              <a:rPr lang="en-US" dirty="0">
                <a:latin typeface="+mn-lt"/>
              </a:rPr>
              <a:t>, and Ke).</a:t>
            </a:r>
            <a:endParaRPr lang="en-GB" dirty="0">
              <a:latin typeface="+mn-lt"/>
            </a:endParaRPr>
          </a:p>
          <a:p>
            <a:pPr marL="285750" indent="-285750">
              <a:buFont typeface="Wingdings" panose="05000000000000000000" pitchFamily="2" charset="2"/>
              <a:buChar char="Ø"/>
            </a:pPr>
            <a:r>
              <a:rPr lang="en-US" dirty="0">
                <a:latin typeface="+mn-lt"/>
              </a:rPr>
              <a:t>For this motor, create and fine-tune a Field-Oriented Control (FOC) algorithm.</a:t>
            </a:r>
          </a:p>
          <a:p>
            <a:pPr marL="285750" indent="-285750">
              <a:buFont typeface="Wingdings" panose="05000000000000000000" pitchFamily="2" charset="2"/>
              <a:buChar char="Ø"/>
            </a:pPr>
            <a:r>
              <a:rPr lang="en-US" dirty="0">
                <a:latin typeface="+mn-lt"/>
              </a:rPr>
              <a:t>Calculate torque, speed, and efficiency under various loads. </a:t>
            </a:r>
          </a:p>
          <a:p>
            <a:pPr marL="285750" indent="-285750">
              <a:buFont typeface="Wingdings" panose="05000000000000000000" pitchFamily="2" charset="2"/>
              <a:buChar char="Ø"/>
            </a:pPr>
            <a:r>
              <a:rPr lang="en-US" dirty="0">
                <a:latin typeface="+mn-lt"/>
              </a:rPr>
              <a:t>To investigate how resistance varies with temperature, conduct thermal analysis.</a:t>
            </a:r>
            <a:endParaRPr lang="en-GB" dirty="0">
              <a:latin typeface="+mn-lt"/>
            </a:endParaRPr>
          </a:p>
          <a:p>
            <a:endParaRPr lang="en-GB" b="1" dirty="0">
              <a:latin typeface="Space Mono" panose="020B0604020202020204" charset="0"/>
            </a:endParaRPr>
          </a:p>
          <a:p>
            <a:r>
              <a:rPr lang="en-GB" b="1" dirty="0">
                <a:latin typeface="Space Mono" panose="020B0604020202020204" charset="0"/>
              </a:rPr>
              <a:t>Future scope:</a:t>
            </a:r>
          </a:p>
          <a:p>
            <a:endParaRPr lang="en-US" dirty="0"/>
          </a:p>
          <a:p>
            <a:pPr marL="285750" indent="-285750">
              <a:buFont typeface="Wingdings" panose="05000000000000000000" pitchFamily="2" charset="2"/>
              <a:buChar char="Ø"/>
            </a:pPr>
            <a:r>
              <a:rPr lang="en-US" dirty="0"/>
              <a:t>Identified parameters (Rs, </a:t>
            </a:r>
            <a:r>
              <a:rPr lang="en-US" dirty="0" err="1"/>
              <a:t>Ld</a:t>
            </a:r>
            <a:r>
              <a:rPr lang="en-US" dirty="0"/>
              <a:t>, </a:t>
            </a:r>
            <a:r>
              <a:rPr lang="en-US" dirty="0" err="1"/>
              <a:t>Lq</a:t>
            </a:r>
            <a:r>
              <a:rPr lang="en-US" dirty="0"/>
              <a:t> and Back EMF) are used to construct a complete Field-Oriented Control (FOC) system.</a:t>
            </a:r>
          </a:p>
          <a:p>
            <a:pPr marL="285750" indent="-285750">
              <a:buFont typeface="Wingdings" panose="05000000000000000000" pitchFamily="2" charset="2"/>
              <a:buChar char="Ø"/>
            </a:pPr>
            <a:r>
              <a:rPr lang="en-US" dirty="0"/>
              <a:t>Design a prototype motor controller to be used in the Shell Eco-Marathon.</a:t>
            </a:r>
          </a:p>
          <a:p>
            <a:pPr marL="285750" indent="-285750">
              <a:buFont typeface="Wingdings" panose="05000000000000000000" pitchFamily="2" charset="2"/>
              <a:buChar char="Ø"/>
            </a:pPr>
            <a:r>
              <a:rPr lang="en-US" dirty="0"/>
              <a:t>Dynamic and load tests to </a:t>
            </a:r>
            <a:r>
              <a:rPr lang="en-US" dirty="0" err="1"/>
              <a:t>analyse</a:t>
            </a:r>
            <a:r>
              <a:rPr lang="en-US" dirty="0"/>
              <a:t> the performance during real driving.</a:t>
            </a:r>
          </a:p>
          <a:p>
            <a:pPr marL="285750" indent="-285750">
              <a:buFont typeface="Wingdings" panose="05000000000000000000" pitchFamily="2" charset="2"/>
              <a:buChar char="Ø"/>
            </a:pPr>
            <a:r>
              <a:rPr lang="en-US" dirty="0"/>
              <a:t>Test temperature influences on R m and inductance to enhance efficiency.</a:t>
            </a:r>
          </a:p>
          <a:p>
            <a:pPr marL="285750" indent="-285750">
              <a:buFont typeface="Wingdings" panose="05000000000000000000" pitchFamily="2" charset="2"/>
              <a:buChar char="Ø"/>
            </a:pPr>
            <a:r>
              <a:rPr lang="en-US" dirty="0"/>
              <a:t>Produce torque and efficiency maps of advanced controller tuning.</a:t>
            </a:r>
          </a:p>
          <a:p>
            <a:pPr marL="285750" indent="-285750">
              <a:buFont typeface="Wingdings" panose="05000000000000000000" pitchFamily="2" charset="2"/>
              <a:buChar char="Ø"/>
            </a:pPr>
            <a:r>
              <a:rPr lang="en-US" dirty="0"/>
              <a:t>Use the Back-EMF sensor with less control to lessen hardware complexity.</a:t>
            </a:r>
          </a:p>
          <a:p>
            <a:pPr marL="285750" indent="-285750">
              <a:buFont typeface="Wingdings" panose="05000000000000000000" pitchFamily="2" charset="2"/>
              <a:buChar char="Ø"/>
            </a:pPr>
            <a:r>
              <a:rPr lang="en-US" dirty="0"/>
              <a:t>Compare interiors and surface-mounted PMSM designs to investigate the effect of saliency.</a:t>
            </a:r>
          </a:p>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2" name="TextBox 1">
            <a:extLst>
              <a:ext uri="{FF2B5EF4-FFF2-40B4-BE49-F238E27FC236}">
                <a16:creationId xmlns:a16="http://schemas.microsoft.com/office/drawing/2014/main" id="{305EEA20-192C-67D9-66A3-75CFF1CE5EED}"/>
              </a:ext>
            </a:extLst>
          </p:cNvPr>
          <p:cNvSpPr txBox="1"/>
          <p:nvPr/>
        </p:nvSpPr>
        <p:spPr>
          <a:xfrm>
            <a:off x="2319518" y="262676"/>
            <a:ext cx="3344091" cy="307777"/>
          </a:xfrm>
          <a:prstGeom prst="rect">
            <a:avLst/>
          </a:prstGeom>
          <a:noFill/>
        </p:spPr>
        <p:txBody>
          <a:bodyPr wrap="square" rtlCol="0">
            <a:spAutoFit/>
          </a:bodyPr>
          <a:lstStyle/>
          <a:p>
            <a:pPr algn="ctr"/>
            <a:r>
              <a:rPr lang="en-US" b="1" dirty="0">
                <a:latin typeface="Space Mono" panose="020B0604020202020204" charset="0"/>
              </a:rPr>
              <a:t>RESULTS</a:t>
            </a:r>
            <a:endParaRPr lang="en-IN" b="1" dirty="0">
              <a:latin typeface="Space Mono" panose="020B060402020202020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5D4A714-29FD-6C36-BDF0-D574B2CE622A}"/>
                  </a:ext>
                </a:extLst>
              </p:cNvPr>
              <p:cNvSpPr txBox="1"/>
              <p:nvPr/>
            </p:nvSpPr>
            <p:spPr>
              <a:xfrm>
                <a:off x="487680" y="815982"/>
                <a:ext cx="8447314" cy="3096745"/>
              </a:xfrm>
              <a:prstGeom prst="rect">
                <a:avLst/>
              </a:prstGeom>
              <a:noFill/>
            </p:spPr>
            <p:txBody>
              <a:bodyPr wrap="square" rtlCol="0">
                <a:spAutoFit/>
              </a:bodyPr>
              <a:lstStyle/>
              <a:p>
                <a:r>
                  <a:rPr lang="en-US" sz="1600" b="1" dirty="0">
                    <a:latin typeface="Space Mono" panose="020B0604020202020204" charset="0"/>
                  </a:rPr>
                  <a:t>Experimental:</a:t>
                </a:r>
              </a:p>
              <a:p>
                <a:r>
                  <a:rPr lang="en-US" b="1" dirty="0">
                    <a:latin typeface="+mj-lt"/>
                  </a:rPr>
                  <a:t>Stator resistances (Rs):</a:t>
                </a:r>
              </a:p>
              <a:p>
                <a:pPr marL="285750" indent="-285750">
                  <a:buFont typeface="Wingdings" panose="05000000000000000000" pitchFamily="2" charset="2"/>
                  <a:buChar char="Ø"/>
                </a:pPr>
                <a:r>
                  <a:rPr lang="en-US" dirty="0"/>
                  <a:t>To find stator resistance I measure the three line-to-line resistances between motor terminals.</a:t>
                </a:r>
              </a:p>
              <a:p>
                <a:pPr marL="285750" indent="-285750">
                  <a:buFont typeface="Wingdings" panose="05000000000000000000" pitchFamily="2" charset="2"/>
                  <a:buChar char="Ø"/>
                </a:pP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𝑅</m:t>
                        </m:r>
                      </m:e>
                      <m:sub>
                        <m:r>
                          <a:rPr lang="en-US" i="1" smtClean="0">
                            <a:latin typeface="Cambria Math" panose="02040503050406030204" pitchFamily="18" charset="0"/>
                          </a:rPr>
                          <m:t>𝑈𝑣</m:t>
                        </m:r>
                      </m:sub>
                    </m:sSub>
                  </m:oMath>
                </a14:m>
                <a:r>
                  <a:rPr lang="en-US" dirty="0"/>
                  <a:t> = 0.2443</a:t>
                </a:r>
              </a:p>
              <a:p>
                <a:pPr marL="285750" indent="-285750">
                  <a:buFont typeface="Wingdings" panose="05000000000000000000" pitchFamily="2" charset="2"/>
                  <a:buChar char="Ø"/>
                </a:pPr>
                <a14:m>
                  <m:oMath xmlns:m="http://schemas.openxmlformats.org/officeDocument/2006/math">
                    <m:r>
                      <a:rPr lang="en-US" i="1" smtClean="0">
                        <a:latin typeface="Cambria Math" panose="02040503050406030204" pitchFamily="18" charset="0"/>
                      </a:rPr>
                      <m:t>𝑅𝑣𝑤</m:t>
                    </m:r>
                  </m:oMath>
                </a14:m>
                <a:r>
                  <a:rPr lang="en-US" dirty="0"/>
                  <a:t> = 0.185</a:t>
                </a:r>
              </a:p>
              <a:p>
                <a:pPr marL="285750" indent="-285750">
                  <a:buFont typeface="Wingdings" panose="05000000000000000000" pitchFamily="2" charset="2"/>
                  <a:buChar char="Ø"/>
                </a:pPr>
                <a14:m>
                  <m:oMath xmlns:m="http://schemas.openxmlformats.org/officeDocument/2006/math">
                    <m:r>
                      <a:rPr lang="en-US" i="1" smtClean="0">
                        <a:latin typeface="Cambria Math" panose="02040503050406030204" pitchFamily="18" charset="0"/>
                      </a:rPr>
                      <m:t>𝑅𝑤𝑢</m:t>
                    </m:r>
                  </m:oMath>
                </a14:m>
                <a:r>
                  <a:rPr lang="en-US" dirty="0"/>
                  <a:t> = 0.163</a:t>
                </a:r>
              </a:p>
              <a:p>
                <a:pPr marL="285750" indent="-285750">
                  <a:buFont typeface="Wingdings" panose="05000000000000000000" pitchFamily="2" charset="2"/>
                  <a:buChar char="Ø"/>
                </a:pPr>
                <a:endParaRPr lang="en-US" dirty="0"/>
              </a:p>
              <a:p>
                <a:r>
                  <a:rPr lang="en-US" dirty="0"/>
                  <a:t>U-v path = R1+R2</a:t>
                </a:r>
              </a:p>
              <a:p>
                <a:r>
                  <a:rPr lang="en-US" dirty="0"/>
                  <a:t>Now to find the per phase resistances (Rs):</a:t>
                </a:r>
              </a:p>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𝑠</m:t>
                          </m:r>
                        </m:sub>
                      </m:sSub>
                      <m:r>
                        <a:rPr lang="en-US" i="0" dirty="0" smtClean="0">
                          <a:latin typeface="Cambria Math" panose="02040503050406030204" pitchFamily="18" charset="0"/>
                        </a:rPr>
                        <m:t>=</m:t>
                      </m:r>
                      <m:f>
                        <m:fPr>
                          <m:type m:val="skw"/>
                          <m:ctrlPr>
                            <a:rPr lang="en-US" i="1" dirty="0" smtClean="0">
                              <a:latin typeface="Cambria Math" panose="02040503050406030204" pitchFamily="18" charset="0"/>
                            </a:rPr>
                          </m:ctrlPr>
                        </m:fPr>
                        <m:num>
                          <m:r>
                            <a:rPr lang="en-US" i="1" dirty="0" smtClean="0">
                              <a:latin typeface="Cambria Math" panose="02040503050406030204" pitchFamily="18" charset="0"/>
                            </a:rPr>
                            <m:t>𝑅</m:t>
                          </m:r>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𝑙𝑖𝑛𝑒</m:t>
                              </m:r>
                              <m:r>
                                <a:rPr lang="en-US" b="0" i="1" dirty="0" smtClean="0">
                                  <a:latin typeface="Cambria Math" panose="02040503050406030204" pitchFamily="18" charset="0"/>
                                </a:rPr>
                                <m:t>−</m:t>
                              </m:r>
                              <m:r>
                                <a:rPr lang="en-US" b="0" i="1" dirty="0" smtClean="0">
                                  <a:latin typeface="Cambria Math" panose="02040503050406030204" pitchFamily="18" charset="0"/>
                                </a:rPr>
                                <m:t>𝑡𝑜</m:t>
                              </m:r>
                              <m:r>
                                <a:rPr lang="en-US" b="0" i="1" dirty="0" smtClean="0">
                                  <a:latin typeface="Cambria Math" panose="02040503050406030204" pitchFamily="18" charset="0"/>
                                </a:rPr>
                                <m:t>−</m:t>
                              </m:r>
                              <m:r>
                                <a:rPr lang="en-US" b="0" i="1" dirty="0" smtClean="0">
                                  <a:latin typeface="Cambria Math" panose="02040503050406030204" pitchFamily="18" charset="0"/>
                                </a:rPr>
                                <m:t>𝑙𝑖𝑛𝑒</m:t>
                              </m:r>
                            </m:e>
                          </m:acc>
                        </m:num>
                        <m:den>
                          <m:r>
                            <a:rPr lang="en-US" i="0" dirty="0" smtClean="0">
                              <a:latin typeface="Cambria Math" panose="02040503050406030204" pitchFamily="18" charset="0"/>
                            </a:rPr>
                            <m:t>2</m:t>
                          </m:r>
                        </m:den>
                      </m:f>
                    </m:oMath>
                  </m:oMathPara>
                </a14:m>
                <a:endParaRPr lang="en-US" dirty="0"/>
              </a:p>
              <a:p>
                <a:r>
                  <a:rPr lang="en-US" dirty="0"/>
                  <a:t>Now using measured data:</a:t>
                </a:r>
              </a:p>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𝑠</m:t>
                          </m:r>
                        </m:sub>
                      </m:sSub>
                      <m:r>
                        <a:rPr lang="en-US" i="0" dirty="0" smtClean="0">
                          <a:latin typeface="Cambria Math" panose="02040503050406030204" pitchFamily="18" charset="0"/>
                        </a:rPr>
                        <m:t>=</m:t>
                      </m:r>
                      <m:f>
                        <m:fPr>
                          <m:type m:val="skw"/>
                          <m:ctrlPr>
                            <a:rPr lang="en-US" i="1" dirty="0" smtClean="0">
                              <a:latin typeface="Cambria Math" panose="02040503050406030204" pitchFamily="18" charset="0"/>
                            </a:rPr>
                          </m:ctrlPr>
                        </m:fPr>
                        <m:num>
                          <m:r>
                            <a:rPr lang="en-US" i="0" dirty="0" smtClean="0">
                              <a:latin typeface="Cambria Math" panose="02040503050406030204" pitchFamily="18" charset="0"/>
                            </a:rPr>
                            <m:t>0</m:t>
                          </m:r>
                          <m:r>
                            <a:rPr lang="en-US" i="0" dirty="0" smtClean="0">
                              <a:latin typeface="Cambria Math" panose="02040503050406030204" pitchFamily="18" charset="0"/>
                            </a:rPr>
                            <m:t>⋅</m:t>
                          </m:r>
                          <m:r>
                            <a:rPr lang="en-US" i="0" dirty="0" smtClean="0">
                              <a:latin typeface="Cambria Math" panose="02040503050406030204" pitchFamily="18" charset="0"/>
                            </a:rPr>
                            <m:t>2443</m:t>
                          </m:r>
                        </m:num>
                        <m:den>
                          <m:r>
                            <a:rPr lang="en-US" i="0" dirty="0" smtClean="0">
                              <a:latin typeface="Cambria Math" panose="02040503050406030204" pitchFamily="18" charset="0"/>
                            </a:rPr>
                            <m:t>2</m:t>
                          </m:r>
                        </m:den>
                      </m:f>
                      <m:r>
                        <a:rPr lang="en-US" i="0" dirty="0" smtClean="0">
                          <a:latin typeface="Cambria Math" panose="02040503050406030204" pitchFamily="18" charset="0"/>
                        </a:rPr>
                        <m:t>=</m:t>
                      </m:r>
                      <m:r>
                        <a:rPr lang="en-US" i="0" dirty="0" smtClean="0">
                          <a:latin typeface="Cambria Math" panose="02040503050406030204" pitchFamily="18" charset="0"/>
                        </a:rPr>
                        <m:t>0</m:t>
                      </m:r>
                      <m:r>
                        <a:rPr lang="en-US" i="0" dirty="0" smtClean="0">
                          <a:latin typeface="Cambria Math" panose="02040503050406030204" pitchFamily="18" charset="0"/>
                        </a:rPr>
                        <m:t>⋅</m:t>
                      </m:r>
                      <m:r>
                        <a:rPr lang="en-US" i="0" dirty="0" smtClean="0">
                          <a:latin typeface="Cambria Math" panose="02040503050406030204" pitchFamily="18" charset="0"/>
                        </a:rPr>
                        <m:t>12215</m:t>
                      </m:r>
                      <m:r>
                        <a:rPr lang="en-US" i="1" dirty="0" smtClean="0">
                          <a:latin typeface="Cambria Math" panose="02040503050406030204" pitchFamily="18" charset="0"/>
                        </a:rPr>
                        <m:t>𝛺</m:t>
                      </m:r>
                    </m:oMath>
                  </m:oMathPara>
                </a14:m>
                <a:endParaRPr lang="en-US" dirty="0"/>
              </a:p>
              <a:p>
                <a:endParaRPr lang="en-IN" dirty="0">
                  <a:latin typeface="+mn-lt"/>
                </a:endParaRPr>
              </a:p>
            </p:txBody>
          </p:sp>
        </mc:Choice>
        <mc:Fallback>
          <p:sp>
            <p:nvSpPr>
              <p:cNvPr id="3" name="TextBox 2">
                <a:extLst>
                  <a:ext uri="{FF2B5EF4-FFF2-40B4-BE49-F238E27FC236}">
                    <a16:creationId xmlns:a16="http://schemas.microsoft.com/office/drawing/2014/main" id="{F5D4A714-29FD-6C36-BDF0-D574B2CE622A}"/>
                  </a:ext>
                </a:extLst>
              </p:cNvPr>
              <p:cNvSpPr txBox="1">
                <a:spLocks noRot="1" noChangeAspect="1" noMove="1" noResize="1" noEditPoints="1" noAdjustHandles="1" noChangeArrowheads="1" noChangeShapeType="1" noTextEdit="1"/>
              </p:cNvSpPr>
              <p:nvPr/>
            </p:nvSpPr>
            <p:spPr>
              <a:xfrm>
                <a:off x="487680" y="815982"/>
                <a:ext cx="8447314" cy="3096745"/>
              </a:xfrm>
              <a:prstGeom prst="rect">
                <a:avLst/>
              </a:prstGeom>
              <a:blipFill>
                <a:blip r:embed="rId3"/>
                <a:stretch>
                  <a:fillRect l="-361" t="-591" b="-12992"/>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C89DFE28-494E-919A-14EE-075C248860F6}"/>
              </a:ext>
            </a:extLst>
          </p:cNvPr>
          <p:cNvPicPr>
            <a:picLocks noChangeAspect="1"/>
          </p:cNvPicPr>
          <p:nvPr/>
        </p:nvPicPr>
        <p:blipFill>
          <a:blip r:embed="rId4"/>
          <a:stretch>
            <a:fillRect/>
          </a:stretch>
        </p:blipFill>
        <p:spPr>
          <a:xfrm>
            <a:off x="6374674" y="1776549"/>
            <a:ext cx="2011681" cy="2002971"/>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B73E2B9-4E29-DFD2-ABA2-2069506F099A}"/>
                  </a:ext>
                </a:extLst>
              </p:cNvPr>
              <p:cNvSpPr txBox="1"/>
              <p:nvPr/>
            </p:nvSpPr>
            <p:spPr>
              <a:xfrm>
                <a:off x="533929" y="671497"/>
                <a:ext cx="7331103" cy="4289123"/>
              </a:xfrm>
              <a:prstGeom prst="rect">
                <a:avLst/>
              </a:prstGeom>
              <a:noFill/>
            </p:spPr>
            <p:txBody>
              <a:bodyPr wrap="square" rtlCol="0">
                <a:spAutoFit/>
              </a:bodyPr>
              <a:lstStyle/>
              <a:p>
                <a:r>
                  <a:rPr lang="en-IN" b="1" dirty="0">
                    <a:latin typeface="Space Mono" panose="020B0604020202020204" charset="0"/>
                  </a:rPr>
                  <a:t>Theoretical: </a:t>
                </a:r>
              </a:p>
              <a:p>
                <a:r>
                  <a:rPr lang="en-IN" dirty="0"/>
                  <a:t>The motor is star connected and the value of </a:t>
                </a:r>
              </a:p>
              <a:p>
                <a:pPr marL="285750" indent="-285750">
                  <a:buFont typeface="Wingdings" panose="05000000000000000000" pitchFamily="2" charset="2"/>
                  <a:buChar char="Ø"/>
                </a:pPr>
                <a:r>
                  <a:rPr lang="en-IN" dirty="0"/>
                  <a:t>R1= 2Rs</a:t>
                </a:r>
              </a:p>
              <a:p>
                <a:pPr marL="285750" indent="-285750">
                  <a:buFont typeface="Wingdings" panose="05000000000000000000" pitchFamily="2" charset="2"/>
                  <a:buChar char="Ø"/>
                </a:pPr>
                <a:r>
                  <a:rPr lang="en-IN" dirty="0"/>
                  <a:t>R2= 1.5Rs</a:t>
                </a:r>
              </a:p>
              <a:p>
                <a14:m>
                  <m:oMath xmlns:m="http://schemas.openxmlformats.org/officeDocument/2006/math">
                    <m:f>
                      <m:fPr>
                        <m:type m:val="skw"/>
                        <m:ctrlPr>
                          <a:rPr lang="en-IN" i="1" dirty="0">
                            <a:latin typeface="Cambria Math" panose="02040503050406030204" pitchFamily="18" charset="0"/>
                          </a:rPr>
                        </m:ctrlPr>
                      </m:fPr>
                      <m:num>
                        <m:sSub>
                          <m:sSubPr>
                            <m:ctrlPr>
                              <a:rPr lang="en-IN" i="1" dirty="0">
                                <a:latin typeface="Cambria Math" panose="02040503050406030204" pitchFamily="18" charset="0"/>
                              </a:rPr>
                            </m:ctrlPr>
                          </m:sSubPr>
                          <m:e>
                            <m:r>
                              <a:rPr lang="en-US" i="1" dirty="0">
                                <a:latin typeface="Cambria Math" panose="02040503050406030204" pitchFamily="18" charset="0"/>
                              </a:rPr>
                              <m:t>                                                     </m:t>
                            </m:r>
                            <m:r>
                              <a:rPr lang="en-IN" i="1" dirty="0">
                                <a:latin typeface="Cambria Math" panose="02040503050406030204" pitchFamily="18" charset="0"/>
                              </a:rPr>
                              <m:t>𝑅</m:t>
                            </m:r>
                          </m:e>
                          <m:sub>
                            <m:r>
                              <a:rPr lang="en-IN" dirty="0">
                                <a:latin typeface="Cambria Math" panose="02040503050406030204" pitchFamily="18" charset="0"/>
                              </a:rPr>
                              <m:t>1</m:t>
                            </m:r>
                          </m:sub>
                        </m:sSub>
                      </m:num>
                      <m:den>
                        <m:sSub>
                          <m:sSubPr>
                            <m:ctrlPr>
                              <a:rPr lang="en-IN" i="1" dirty="0">
                                <a:latin typeface="Cambria Math" panose="02040503050406030204" pitchFamily="18" charset="0"/>
                              </a:rPr>
                            </m:ctrlPr>
                          </m:sSubPr>
                          <m:e>
                            <m:r>
                              <a:rPr lang="en-IN" i="1" dirty="0">
                                <a:latin typeface="Cambria Math" panose="02040503050406030204" pitchFamily="18" charset="0"/>
                              </a:rPr>
                              <m:t>𝑅</m:t>
                            </m:r>
                          </m:e>
                          <m:sub>
                            <m:r>
                              <a:rPr lang="en-IN" dirty="0">
                                <a:latin typeface="Cambria Math" panose="02040503050406030204" pitchFamily="18" charset="0"/>
                              </a:rPr>
                              <m:t>2</m:t>
                            </m:r>
                          </m:sub>
                        </m:sSub>
                      </m:den>
                    </m:f>
                  </m:oMath>
                </a14:m>
                <a:r>
                  <a:rPr lang="en-IN" dirty="0"/>
                  <a:t>=</a:t>
                </a:r>
                <a14:m>
                  <m:oMath xmlns:m="http://schemas.openxmlformats.org/officeDocument/2006/math">
                    <m:f>
                      <m:fPr>
                        <m:type m:val="skw"/>
                        <m:ctrlPr>
                          <a:rPr lang="en-IN" i="1">
                            <a:latin typeface="Cambria Math" panose="02040503050406030204" pitchFamily="18" charset="0"/>
                          </a:rPr>
                        </m:ctrlPr>
                      </m:fPr>
                      <m:num>
                        <m:r>
                          <a:rPr lang="en-IN" i="1">
                            <a:latin typeface="Cambria Math" panose="02040503050406030204" pitchFamily="18" charset="0"/>
                          </a:rPr>
                          <m:t>2</m:t>
                        </m:r>
                      </m:num>
                      <m:den>
                        <m:r>
                          <a:rPr lang="en-IN" i="1">
                            <a:latin typeface="Cambria Math" panose="02040503050406030204" pitchFamily="18" charset="0"/>
                          </a:rPr>
                          <m:t>1⋅5</m:t>
                        </m:r>
                      </m:den>
                    </m:f>
                  </m:oMath>
                </a14:m>
                <a:r>
                  <a:rPr lang="en-IN" dirty="0"/>
                  <a:t>=1.33</a:t>
                </a:r>
                <a14:m>
                  <m:oMath xmlns:m="http://schemas.openxmlformats.org/officeDocument/2006/math">
                    <m:r>
                      <a:rPr lang="en-US" i="1" dirty="0">
                        <a:latin typeface="Cambria Math" panose="02040503050406030204" pitchFamily="18" charset="0"/>
                      </a:rPr>
                      <m:t>𝛺</m:t>
                    </m:r>
                  </m:oMath>
                </a14:m>
                <a:endParaRPr lang="en-US" dirty="0"/>
              </a:p>
              <a:p>
                <a:r>
                  <a:rPr lang="en-US" dirty="0"/>
                  <a:t>Therefore, the Experimental vales of Rs = 0.12215 Ω is close to the theoretical vales.</a:t>
                </a:r>
              </a:p>
              <a:p>
                <a:endParaRPr lang="en-US" sz="1600" dirty="0"/>
              </a:p>
              <a:p>
                <a:r>
                  <a:rPr lang="en-US" sz="1600" b="1" dirty="0">
                    <a:latin typeface="Space Mono" panose="020B0604020202020204" charset="0"/>
                  </a:rPr>
                  <a:t>Experimental:</a:t>
                </a:r>
              </a:p>
              <a:p>
                <a:r>
                  <a:rPr lang="en-US" b="1" dirty="0">
                    <a:latin typeface="+mj-lt"/>
                  </a:rPr>
                  <a:t>Measuring of </a:t>
                </a:r>
                <a:r>
                  <a:rPr lang="en-US" b="1" dirty="0" err="1">
                    <a:latin typeface="+mj-lt"/>
                  </a:rPr>
                  <a:t>Ld</a:t>
                </a:r>
                <a:r>
                  <a:rPr lang="en-US" b="1" dirty="0">
                    <a:latin typeface="+mj-lt"/>
                  </a:rPr>
                  <a:t> and </a:t>
                </a:r>
                <a:r>
                  <a:rPr lang="en-US" b="1" dirty="0" err="1">
                    <a:latin typeface="+mj-lt"/>
                  </a:rPr>
                  <a:t>Lq</a:t>
                </a:r>
                <a:r>
                  <a:rPr lang="en-US" b="1" dirty="0">
                    <a:latin typeface="+mj-lt"/>
                  </a:rPr>
                  <a:t>:</a:t>
                </a:r>
              </a:p>
              <a:p>
                <a:pPr marL="285750" indent="-285750">
                  <a:lnSpc>
                    <a:spcPct val="150000"/>
                  </a:lnSpc>
                  <a:buFont typeface="Wingdings" panose="05000000000000000000" pitchFamily="2" charset="2"/>
                  <a:buChar char="Ø"/>
                </a:pPr>
                <a:r>
                  <a:rPr lang="en-US" dirty="0">
                    <a:latin typeface="+mj-lt"/>
                  </a:rPr>
                  <a:t>The frequency of </a:t>
                </a:r>
                <a:r>
                  <a:rPr lang="en-US" b="1" dirty="0">
                    <a:latin typeface="+mj-lt"/>
                  </a:rPr>
                  <a:t>the LCR meter </a:t>
                </a:r>
                <a:r>
                  <a:rPr lang="en-US" dirty="0">
                    <a:latin typeface="+mj-lt"/>
                  </a:rPr>
                  <a:t>was adjusted to </a:t>
                </a:r>
                <a:r>
                  <a:rPr lang="en-US" b="1" dirty="0">
                    <a:latin typeface="+mj-lt"/>
                  </a:rPr>
                  <a:t>100 kHz </a:t>
                </a:r>
                <a:r>
                  <a:rPr lang="en-US" dirty="0">
                    <a:latin typeface="+mj-lt"/>
                  </a:rPr>
                  <a:t>to ensure constant inductance values of the meter.</a:t>
                </a:r>
              </a:p>
              <a:p>
                <a:pPr marL="285750" indent="-285750">
                  <a:lnSpc>
                    <a:spcPct val="150000"/>
                  </a:lnSpc>
                  <a:buFont typeface="Wingdings" panose="05000000000000000000" pitchFamily="2" charset="2"/>
                  <a:buChar char="Ø"/>
                </a:pPr>
                <a:r>
                  <a:rPr lang="en-US" dirty="0">
                    <a:latin typeface="+mj-lt"/>
                  </a:rPr>
                  <a:t>We slowly turned the rotor then and observed the value of inductance decrease.</a:t>
                </a:r>
              </a:p>
              <a:p>
                <a:pPr marL="285750" indent="-285750">
                  <a:lnSpc>
                    <a:spcPct val="150000"/>
                  </a:lnSpc>
                  <a:buFont typeface="Wingdings" panose="05000000000000000000" pitchFamily="2" charset="2"/>
                  <a:buChar char="Ø"/>
                </a:pPr>
                <a:r>
                  <a:rPr lang="en-US" dirty="0">
                    <a:latin typeface="+mj-lt"/>
                  </a:rPr>
                  <a:t>It was the point at which the inductance was the least and this was </a:t>
                </a:r>
                <a:r>
                  <a:rPr lang="en-US" b="1" dirty="0">
                    <a:latin typeface="+mj-lt"/>
                  </a:rPr>
                  <a:t>the d-axis position</a:t>
                </a:r>
                <a:r>
                  <a:rPr lang="en-US" dirty="0">
                    <a:latin typeface="+mj-lt"/>
                  </a:rPr>
                  <a:t>.</a:t>
                </a:r>
              </a:p>
              <a:p>
                <a:pPr marL="285750" indent="-285750">
                  <a:lnSpc>
                    <a:spcPct val="150000"/>
                  </a:lnSpc>
                  <a:buFont typeface="Wingdings" panose="05000000000000000000" pitchFamily="2" charset="2"/>
                  <a:buChar char="Ø"/>
                </a:pPr>
                <a:r>
                  <a:rPr lang="en-US" dirty="0">
                    <a:latin typeface="+mj-lt"/>
                  </a:rPr>
                  <a:t>The minimum value </a:t>
                </a:r>
                <a:r>
                  <a:rPr lang="en-US" b="1" dirty="0" err="1">
                    <a:latin typeface="+mj-lt"/>
                  </a:rPr>
                  <a:t>Ld</a:t>
                </a:r>
                <a:r>
                  <a:rPr lang="en-US" b="1" dirty="0">
                    <a:latin typeface="+mj-lt"/>
                  </a:rPr>
                  <a:t> </a:t>
                </a:r>
                <a:r>
                  <a:rPr lang="en-US" dirty="0">
                    <a:latin typeface="+mj-lt"/>
                  </a:rPr>
                  <a:t>= </a:t>
                </a:r>
                <a:r>
                  <a:rPr lang="en-US" b="1" dirty="0">
                    <a:latin typeface="+mj-lt"/>
                  </a:rPr>
                  <a:t>135 </a:t>
                </a:r>
                <a:r>
                  <a:rPr lang="en-US" b="1" dirty="0" err="1">
                    <a:latin typeface="+mj-lt"/>
                  </a:rPr>
                  <a:t>uH</a:t>
                </a:r>
                <a:r>
                  <a:rPr lang="en-US" b="1" dirty="0">
                    <a:latin typeface="+mj-lt"/>
                  </a:rPr>
                  <a:t>.</a:t>
                </a:r>
              </a:p>
              <a:p>
                <a:endParaRPr lang="en-IN" dirty="0">
                  <a:latin typeface="Space Mono" panose="020B0604020202020204" charset="0"/>
                </a:endParaRPr>
              </a:p>
            </p:txBody>
          </p:sp>
        </mc:Choice>
        <mc:Fallback>
          <p:sp>
            <p:nvSpPr>
              <p:cNvPr id="3" name="TextBox 2">
                <a:extLst>
                  <a:ext uri="{FF2B5EF4-FFF2-40B4-BE49-F238E27FC236}">
                    <a16:creationId xmlns:a16="http://schemas.microsoft.com/office/drawing/2014/main" id="{EB73E2B9-4E29-DFD2-ABA2-2069506F099A}"/>
                  </a:ext>
                </a:extLst>
              </p:cNvPr>
              <p:cNvSpPr txBox="1">
                <a:spLocks noRot="1" noChangeAspect="1" noMove="1" noResize="1" noEditPoints="1" noAdjustHandles="1" noChangeArrowheads="1" noChangeShapeType="1" noTextEdit="1"/>
              </p:cNvSpPr>
              <p:nvPr/>
            </p:nvSpPr>
            <p:spPr>
              <a:xfrm>
                <a:off x="533929" y="671497"/>
                <a:ext cx="7331103" cy="4289123"/>
              </a:xfrm>
              <a:prstGeom prst="rect">
                <a:avLst/>
              </a:prstGeom>
              <a:blipFill>
                <a:blip r:embed="rId3"/>
                <a:stretch>
                  <a:fillRect l="-499" t="-426"/>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313F938C-FD64-872A-E991-C6DA5D6FF2BA}"/>
              </a:ext>
            </a:extLst>
          </p:cNvPr>
          <p:cNvSpPr txBox="1"/>
          <p:nvPr/>
        </p:nvSpPr>
        <p:spPr>
          <a:xfrm>
            <a:off x="2036924" y="182880"/>
            <a:ext cx="4325112" cy="338554"/>
          </a:xfrm>
          <a:prstGeom prst="rect">
            <a:avLst/>
          </a:prstGeom>
          <a:noFill/>
        </p:spPr>
        <p:txBody>
          <a:bodyPr wrap="square" rtlCol="0">
            <a:spAutoFit/>
          </a:bodyPr>
          <a:lstStyle/>
          <a:p>
            <a:pPr algn="ctr"/>
            <a:r>
              <a:rPr lang="en-US" sz="1600" b="1" dirty="0">
                <a:latin typeface="Space Mono" panose="020B0604020202020204" charset="0"/>
              </a:rPr>
              <a:t>RESULTS</a:t>
            </a:r>
            <a:endParaRPr lang="en-IN" sz="1600" b="1" dirty="0">
              <a:latin typeface="Space Mono" panose="020B060402020202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2" name="TextBox 1">
            <a:extLst>
              <a:ext uri="{FF2B5EF4-FFF2-40B4-BE49-F238E27FC236}">
                <a16:creationId xmlns:a16="http://schemas.microsoft.com/office/drawing/2014/main" id="{A2FD0096-8B7F-1F32-BF31-D8580451A79E}"/>
              </a:ext>
            </a:extLst>
          </p:cNvPr>
          <p:cNvSpPr txBox="1"/>
          <p:nvPr/>
        </p:nvSpPr>
        <p:spPr>
          <a:xfrm>
            <a:off x="862716" y="511534"/>
            <a:ext cx="7418568" cy="1815882"/>
          </a:xfrm>
          <a:prstGeom prst="rect">
            <a:avLst/>
          </a:prstGeom>
          <a:noFill/>
        </p:spPr>
        <p:txBody>
          <a:bodyPr wrap="square" rtlCol="0">
            <a:spAutoFit/>
          </a:bodyPr>
          <a:lstStyle/>
          <a:p>
            <a:r>
              <a:rPr lang="en-US" b="1" dirty="0" err="1"/>
              <a:t>Lq</a:t>
            </a:r>
            <a:r>
              <a:rPr lang="en-US" b="1" dirty="0"/>
              <a:t> measurement</a:t>
            </a:r>
            <a:r>
              <a:rPr lang="en-US" dirty="0"/>
              <a:t>:</a:t>
            </a:r>
          </a:p>
          <a:p>
            <a:endParaRPr lang="en-US" dirty="0"/>
          </a:p>
          <a:p>
            <a:pPr marL="285750" indent="-285750">
              <a:buFont typeface="Wingdings" panose="05000000000000000000" pitchFamily="2" charset="2"/>
              <a:buChar char="Ø"/>
            </a:pPr>
            <a:r>
              <a:rPr lang="en-US" dirty="0"/>
              <a:t>At </a:t>
            </a:r>
            <a:r>
              <a:rPr lang="en-US" b="1" dirty="0" err="1"/>
              <a:t>Ld</a:t>
            </a:r>
            <a:r>
              <a:rPr lang="en-US" b="1" dirty="0"/>
              <a:t> position</a:t>
            </a:r>
            <a:r>
              <a:rPr lang="en-US" dirty="0"/>
              <a:t> we have rotated the rotor (electrical) 90 degrees.</a:t>
            </a:r>
          </a:p>
          <a:p>
            <a:endParaRPr lang="en-US" dirty="0"/>
          </a:p>
          <a:p>
            <a:pPr marL="285750" indent="-285750">
              <a:buFont typeface="Wingdings" panose="05000000000000000000" pitchFamily="2" charset="2"/>
              <a:buChar char="Ø"/>
            </a:pPr>
            <a:r>
              <a:rPr lang="en-US" dirty="0"/>
              <a:t>The maximum inductance occurred at this angle on the </a:t>
            </a:r>
            <a:r>
              <a:rPr lang="en-US" b="1" dirty="0"/>
              <a:t>LCR meter</a:t>
            </a:r>
            <a:r>
              <a:rPr lang="en-US" dirty="0"/>
              <a:t>.</a:t>
            </a:r>
          </a:p>
          <a:p>
            <a:endParaRPr lang="en-US" dirty="0"/>
          </a:p>
          <a:p>
            <a:pPr marL="285750" indent="-285750">
              <a:buFont typeface="Wingdings" panose="05000000000000000000" pitchFamily="2" charset="2"/>
              <a:buChar char="Ø"/>
            </a:pPr>
            <a:r>
              <a:rPr lang="en-US" dirty="0"/>
              <a:t>The maximum </a:t>
            </a:r>
            <a:r>
              <a:rPr lang="en-US" b="1" dirty="0"/>
              <a:t>value </a:t>
            </a:r>
            <a:r>
              <a:rPr lang="en-US" b="1" dirty="0" err="1"/>
              <a:t>Lq</a:t>
            </a:r>
            <a:r>
              <a:rPr lang="en-US" b="1" dirty="0"/>
              <a:t> = 150 µH.</a:t>
            </a:r>
          </a:p>
          <a:p>
            <a:endParaRPr lang="en-IN" dirty="0"/>
          </a:p>
        </p:txBody>
      </p:sp>
      <p:sp>
        <p:nvSpPr>
          <p:cNvPr id="4" name="TextBox 3">
            <a:extLst>
              <a:ext uri="{FF2B5EF4-FFF2-40B4-BE49-F238E27FC236}">
                <a16:creationId xmlns:a16="http://schemas.microsoft.com/office/drawing/2014/main" id="{D8DE55C4-A1F8-4FDC-A031-9741E9D3CD4E}"/>
              </a:ext>
            </a:extLst>
          </p:cNvPr>
          <p:cNvSpPr txBox="1"/>
          <p:nvPr/>
        </p:nvSpPr>
        <p:spPr>
          <a:xfrm>
            <a:off x="862716" y="2327416"/>
            <a:ext cx="7633254" cy="2462213"/>
          </a:xfrm>
          <a:prstGeom prst="rect">
            <a:avLst/>
          </a:prstGeom>
          <a:noFill/>
        </p:spPr>
        <p:txBody>
          <a:bodyPr wrap="square" rtlCol="0">
            <a:spAutoFit/>
          </a:bodyPr>
          <a:lstStyle/>
          <a:p>
            <a:r>
              <a:rPr lang="en-US" b="1" dirty="0">
                <a:latin typeface="+mj-lt"/>
              </a:rPr>
              <a:t>Key observation for </a:t>
            </a:r>
            <a:r>
              <a:rPr lang="en-US" b="1" dirty="0" err="1">
                <a:latin typeface="+mj-lt"/>
              </a:rPr>
              <a:t>Ld</a:t>
            </a:r>
            <a:r>
              <a:rPr lang="en-US" b="1" dirty="0">
                <a:latin typeface="+mj-lt"/>
              </a:rPr>
              <a:t> and </a:t>
            </a:r>
            <a:r>
              <a:rPr lang="en-US" b="1" dirty="0" err="1">
                <a:latin typeface="+mj-lt"/>
              </a:rPr>
              <a:t>Lq</a:t>
            </a:r>
            <a:r>
              <a:rPr lang="en-US" b="1" dirty="0">
                <a:latin typeface="+mj-lt"/>
              </a:rPr>
              <a:t> measurements:</a:t>
            </a:r>
          </a:p>
          <a:p>
            <a:pPr marL="285750" indent="-285750">
              <a:lnSpc>
                <a:spcPct val="150000"/>
              </a:lnSpc>
              <a:buFont typeface="Wingdings" panose="05000000000000000000" pitchFamily="2" charset="2"/>
              <a:buChar char="Ø"/>
            </a:pPr>
            <a:r>
              <a:rPr lang="en-US" dirty="0"/>
              <a:t>The </a:t>
            </a:r>
            <a:r>
              <a:rPr lang="en-US" dirty="0" err="1"/>
              <a:t>Lq</a:t>
            </a:r>
            <a:r>
              <a:rPr lang="en-US" dirty="0"/>
              <a:t> is higher than </a:t>
            </a:r>
            <a:r>
              <a:rPr lang="en-US" dirty="0" err="1"/>
              <a:t>Ld</a:t>
            </a:r>
            <a:r>
              <a:rPr lang="en-US" dirty="0"/>
              <a:t> slightly indicating that the motor possesses a small saliency effect.</a:t>
            </a:r>
          </a:p>
          <a:p>
            <a:pPr marL="285750" indent="-285750">
              <a:lnSpc>
                <a:spcPct val="150000"/>
              </a:lnSpc>
              <a:buFont typeface="Wingdings" panose="05000000000000000000" pitchFamily="2" charset="2"/>
              <a:buChar char="Ø"/>
            </a:pPr>
            <a:r>
              <a:rPr lang="en-US" dirty="0"/>
              <a:t>Surface-mounted PMSMs have this behavior as the air gap is almost even.</a:t>
            </a:r>
          </a:p>
          <a:p>
            <a:pPr marL="285750" indent="-285750">
              <a:lnSpc>
                <a:spcPct val="150000"/>
              </a:lnSpc>
              <a:buFont typeface="Wingdings" panose="05000000000000000000" pitchFamily="2" charset="2"/>
              <a:buChar char="Ø"/>
            </a:pPr>
            <a:r>
              <a:rPr lang="en-US" dirty="0"/>
              <a:t>The inductance values are more precise and consistent when the test frequency is higher (100 kHz).</a:t>
            </a:r>
          </a:p>
          <a:p>
            <a:pPr marL="285750" indent="-285750">
              <a:lnSpc>
                <a:spcPct val="150000"/>
              </a:lnSpc>
              <a:buFont typeface="Wingdings" panose="05000000000000000000" pitchFamily="2" charset="2"/>
              <a:buChar char="Ø"/>
            </a:pPr>
            <a:r>
              <a:rPr lang="en-US" dirty="0"/>
              <a:t>It eliminates noise, increases sensitivity, and decouples the inductive component and the resistive effects.</a:t>
            </a:r>
          </a:p>
          <a:p>
            <a:endParaRPr lang="en-US" dirty="0"/>
          </a:p>
        </p:txBody>
      </p:sp>
      <p:sp>
        <p:nvSpPr>
          <p:cNvPr id="3" name="TextBox 2">
            <a:extLst>
              <a:ext uri="{FF2B5EF4-FFF2-40B4-BE49-F238E27FC236}">
                <a16:creationId xmlns:a16="http://schemas.microsoft.com/office/drawing/2014/main" id="{D95783D1-B18A-A9DA-5B36-BD2BF199B535}"/>
              </a:ext>
            </a:extLst>
          </p:cNvPr>
          <p:cNvSpPr txBox="1"/>
          <p:nvPr/>
        </p:nvSpPr>
        <p:spPr>
          <a:xfrm>
            <a:off x="2039112" y="164591"/>
            <a:ext cx="4178808" cy="338554"/>
          </a:xfrm>
          <a:prstGeom prst="rect">
            <a:avLst/>
          </a:prstGeom>
          <a:noFill/>
        </p:spPr>
        <p:txBody>
          <a:bodyPr wrap="square" rtlCol="0">
            <a:spAutoFit/>
          </a:bodyPr>
          <a:lstStyle/>
          <a:p>
            <a:pPr algn="ctr"/>
            <a:r>
              <a:rPr lang="en-US" sz="1600" b="1" dirty="0">
                <a:latin typeface="Space Mono" panose="020B0604020202020204" charset="0"/>
              </a:rPr>
              <a:t>RESULTS</a:t>
            </a:r>
            <a:endParaRPr lang="en-IN" sz="1600" b="1" dirty="0">
              <a:latin typeface="Space Mono" panose="020B060402020202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2" name="TextBox 1">
            <a:extLst>
              <a:ext uri="{FF2B5EF4-FFF2-40B4-BE49-F238E27FC236}">
                <a16:creationId xmlns:a16="http://schemas.microsoft.com/office/drawing/2014/main" id="{9E74D2BB-75A2-520E-67AF-E6AF36636C35}"/>
              </a:ext>
            </a:extLst>
          </p:cNvPr>
          <p:cNvSpPr txBox="1"/>
          <p:nvPr/>
        </p:nvSpPr>
        <p:spPr>
          <a:xfrm>
            <a:off x="635726" y="365760"/>
            <a:ext cx="7628708" cy="2893100"/>
          </a:xfrm>
          <a:prstGeom prst="rect">
            <a:avLst/>
          </a:prstGeom>
          <a:noFill/>
        </p:spPr>
        <p:txBody>
          <a:bodyPr wrap="square" rtlCol="0">
            <a:spAutoFit/>
          </a:bodyPr>
          <a:lstStyle/>
          <a:p>
            <a:r>
              <a:rPr lang="en-US" b="1" dirty="0">
                <a:latin typeface="Space Mono" panose="020B0604020202020204" charset="0"/>
              </a:rPr>
              <a:t>CONCLUSION:</a:t>
            </a:r>
          </a:p>
          <a:p>
            <a:endParaRPr lang="en-US" dirty="0"/>
          </a:p>
          <a:p>
            <a:pPr marL="285750" indent="-285750">
              <a:buFont typeface="Wingdings" panose="05000000000000000000" pitchFamily="2" charset="2"/>
              <a:buChar char="Ø"/>
            </a:pPr>
            <a:r>
              <a:rPr lang="en-US" dirty="0"/>
              <a:t>Major PMSM parameters (Rs, </a:t>
            </a:r>
            <a:r>
              <a:rPr lang="en-US" dirty="0" err="1"/>
              <a:t>Ld</a:t>
            </a:r>
            <a:r>
              <a:rPr lang="en-US" dirty="0"/>
              <a:t>, </a:t>
            </a:r>
            <a:r>
              <a:rPr lang="en-US" dirty="0" err="1"/>
              <a:t>Lq</a:t>
            </a:r>
            <a:r>
              <a:rPr lang="en-US" dirty="0"/>
              <a:t> and Ke) were obtained.</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Findings verify the normal surface-mounted PMSM </a:t>
            </a:r>
            <a:r>
              <a:rPr lang="en-US" dirty="0" err="1"/>
              <a:t>behaviour</a:t>
            </a:r>
            <a:r>
              <a:rPr lang="en-US" dirty="0"/>
              <a:t> (</a:t>
            </a:r>
            <a:r>
              <a:rPr lang="en-US" dirty="0" err="1"/>
              <a:t>Lq</a:t>
            </a:r>
            <a:r>
              <a:rPr lang="en-US" dirty="0"/>
              <a:t> &gt; </a:t>
            </a:r>
            <a:r>
              <a:rPr lang="en-US" dirty="0" err="1"/>
              <a:t>Ld</a:t>
            </a:r>
            <a:r>
              <a:rPr lang="en-US" dirty="0"/>
              <a: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Experimental Rs is close to theory → correct methodology.</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Measurement of inductance was made more stable using 100 kHz.</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motor is tested with the results of Back-EMF, which confirm its future use on FOC.</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Gives a firm foundation to further modelling and SEM drivetrain development.</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 name="TextBox 1">
            <a:extLst>
              <a:ext uri="{FF2B5EF4-FFF2-40B4-BE49-F238E27FC236}">
                <a16:creationId xmlns:a16="http://schemas.microsoft.com/office/drawing/2014/main" id="{DB3E59E6-A802-27AC-371D-F01104DF951E}"/>
              </a:ext>
            </a:extLst>
          </p:cNvPr>
          <p:cNvSpPr txBox="1"/>
          <p:nvPr/>
        </p:nvSpPr>
        <p:spPr>
          <a:xfrm>
            <a:off x="478971" y="374469"/>
            <a:ext cx="8569235" cy="4185761"/>
          </a:xfrm>
          <a:prstGeom prst="rect">
            <a:avLst/>
          </a:prstGeom>
          <a:noFill/>
        </p:spPr>
        <p:txBody>
          <a:bodyPr wrap="square" rtlCol="0">
            <a:spAutoFit/>
          </a:bodyPr>
          <a:lstStyle/>
          <a:p>
            <a:r>
              <a:rPr lang="en-US" b="1" dirty="0">
                <a:latin typeface="Space Mono" panose="020B0604020202020204" charset="0"/>
              </a:rPr>
              <a:t>References:</a:t>
            </a:r>
          </a:p>
          <a:p>
            <a:endParaRPr lang="en-US" b="1" dirty="0">
              <a:latin typeface="Space Mono" panose="020B0604020202020204" charset="0"/>
            </a:endParaRPr>
          </a:p>
          <a:p>
            <a:pPr marL="285750" indent="-285750">
              <a:buFont typeface="Wingdings" panose="05000000000000000000" pitchFamily="2" charset="2"/>
              <a:buChar char="Ø"/>
            </a:pPr>
            <a:r>
              <a:rPr lang="en-US" b="1" dirty="0"/>
              <a:t>Krishnan, R. (2010).</a:t>
            </a:r>
            <a:r>
              <a:rPr lang="en-US" dirty="0"/>
              <a:t> </a:t>
            </a:r>
            <a:r>
              <a:rPr lang="en-US" i="1" dirty="0"/>
              <a:t>Permanent Magnet Synchronous and Brushless DC Motor Drives.</a:t>
            </a:r>
            <a:r>
              <a:rPr lang="en-US" dirty="0"/>
              <a:t> CRC Press.</a:t>
            </a:r>
            <a:br>
              <a:rPr lang="en-US" dirty="0"/>
            </a:br>
            <a:r>
              <a:rPr lang="en-US" dirty="0"/>
              <a:t>– PMSM working principle and torque </a:t>
            </a:r>
            <a:r>
              <a:rPr lang="en-US"/>
              <a:t>generation.</a:t>
            </a:r>
            <a:endParaRPr lang="en-US" dirty="0"/>
          </a:p>
          <a:p>
            <a:pPr marL="285750" indent="-285750">
              <a:buFont typeface="Wingdings" panose="05000000000000000000" pitchFamily="2" charset="2"/>
              <a:buChar char="Ø"/>
            </a:pPr>
            <a:r>
              <a:rPr lang="en-US" b="1" dirty="0"/>
              <a:t>Zhu, Z. Q., &amp; Howe, D. (2007).</a:t>
            </a:r>
            <a:r>
              <a:rPr lang="en-US" dirty="0"/>
              <a:t> Electrical machines and drives for EV applications. </a:t>
            </a:r>
            <a:r>
              <a:rPr lang="en-US" i="1" dirty="0"/>
              <a:t>Proceedings of the IEEE, 95</a:t>
            </a:r>
            <a:r>
              <a:rPr lang="en-US" dirty="0"/>
              <a:t>(4), 746–765.</a:t>
            </a:r>
            <a:br>
              <a:rPr lang="en-US" dirty="0"/>
            </a:br>
            <a:r>
              <a:rPr lang="en-US" dirty="0"/>
              <a:t>– FOC control, d–q axis theory.</a:t>
            </a:r>
          </a:p>
          <a:p>
            <a:pPr marL="285750" indent="-285750">
              <a:buFont typeface="Wingdings" panose="05000000000000000000" pitchFamily="2" charset="2"/>
              <a:buChar char="Ø"/>
            </a:pPr>
            <a:r>
              <a:rPr lang="en-IN" b="1" dirty="0"/>
              <a:t>Lee, K. B., Hyun, D. S., &amp; Ahn, H. S. (2020).</a:t>
            </a:r>
            <a:r>
              <a:rPr lang="en-IN" dirty="0"/>
              <a:t> Parameter estimation for PMSMs using standstill tests. </a:t>
            </a:r>
            <a:r>
              <a:rPr lang="en-IN" i="1" dirty="0"/>
              <a:t>IEEE Transactions on Industrial Electronics, 67</a:t>
            </a:r>
            <a:r>
              <a:rPr lang="en-IN" dirty="0"/>
              <a:t>(5), 3902–3914.*</a:t>
            </a:r>
            <a:br>
              <a:rPr lang="en-IN" dirty="0"/>
            </a:br>
            <a:r>
              <a:rPr lang="en-IN" dirty="0"/>
              <a:t>– Rs, </a:t>
            </a:r>
            <a:r>
              <a:rPr lang="en-IN" dirty="0" err="1"/>
              <a:t>Ld</a:t>
            </a:r>
            <a:r>
              <a:rPr lang="en-IN" dirty="0"/>
              <a:t>, </a:t>
            </a:r>
            <a:r>
              <a:rPr lang="en-IN" dirty="0" err="1"/>
              <a:t>Lq</a:t>
            </a:r>
            <a:r>
              <a:rPr lang="en-IN" dirty="0"/>
              <a:t>, Ke standstill measurement methods.</a:t>
            </a:r>
          </a:p>
          <a:p>
            <a:pPr marL="285750" indent="-285750">
              <a:buFont typeface="Wingdings" panose="05000000000000000000" pitchFamily="2" charset="2"/>
              <a:buChar char="Ø"/>
            </a:pPr>
            <a:r>
              <a:rPr lang="en-IN" b="1" dirty="0"/>
              <a:t>Bianchi, N., </a:t>
            </a:r>
            <a:r>
              <a:rPr lang="en-IN" b="1" dirty="0" err="1"/>
              <a:t>Bolognani</a:t>
            </a:r>
            <a:r>
              <a:rPr lang="en-IN" b="1" dirty="0"/>
              <a:t>, S., &amp; Dai Pré, M. (2017).</a:t>
            </a:r>
            <a:r>
              <a:rPr lang="en-IN" dirty="0"/>
              <a:t> Estimation of PM flux-linkage and back-EMF constant. </a:t>
            </a:r>
            <a:r>
              <a:rPr lang="en-IN" i="1" dirty="0"/>
              <a:t>IET Electric Power Applications, 11</a:t>
            </a:r>
            <a:r>
              <a:rPr lang="en-IN" dirty="0"/>
              <a:t>(4), 593–601.*</a:t>
            </a:r>
            <a:br>
              <a:rPr lang="en-IN" dirty="0"/>
            </a:br>
            <a:r>
              <a:rPr lang="en-IN" dirty="0"/>
              <a:t>– Supports sinusoidal Back-EMF measurement.</a:t>
            </a:r>
          </a:p>
          <a:p>
            <a:pPr marL="285750" indent="-285750">
              <a:buFont typeface="Wingdings" panose="05000000000000000000" pitchFamily="2" charset="2"/>
              <a:buChar char="Ø"/>
            </a:pPr>
            <a:r>
              <a:rPr lang="en-IN" b="1" dirty="0"/>
              <a:t>Combes, B., Nahid-Mobarakeh, B., &amp; </a:t>
            </a:r>
            <a:r>
              <a:rPr lang="en-IN" b="1" dirty="0" err="1"/>
              <a:t>Meibody</a:t>
            </a:r>
            <a:r>
              <a:rPr lang="en-IN" b="1" dirty="0"/>
              <a:t>-Tabar, F. (2017).</a:t>
            </a:r>
            <a:r>
              <a:rPr lang="en-IN" dirty="0"/>
              <a:t> High-frequency signal injection for PMSM identification. </a:t>
            </a:r>
            <a:r>
              <a:rPr lang="en-IN" i="1" dirty="0"/>
              <a:t>IEEE Transactions on Power Electronics, 32</a:t>
            </a:r>
            <a:r>
              <a:rPr lang="en-IN" dirty="0"/>
              <a:t>(5), 3867–3876.*</a:t>
            </a:r>
            <a:br>
              <a:rPr lang="en-IN" dirty="0"/>
            </a:br>
            <a:r>
              <a:rPr lang="en-IN" dirty="0"/>
              <a:t>– Advanced </a:t>
            </a:r>
            <a:r>
              <a:rPr lang="en-IN" dirty="0" err="1"/>
              <a:t>Ld</a:t>
            </a:r>
            <a:r>
              <a:rPr lang="en-IN" dirty="0"/>
              <a:t>/</a:t>
            </a:r>
            <a:r>
              <a:rPr lang="en-IN" dirty="0" err="1"/>
              <a:t>Lq</a:t>
            </a:r>
            <a:r>
              <a:rPr lang="en-IN" dirty="0"/>
              <a:t> identification.</a:t>
            </a:r>
          </a:p>
          <a:p>
            <a:pPr marL="285750" indent="-285750">
              <a:buFont typeface="Wingdings" panose="05000000000000000000" pitchFamily="2" charset="2"/>
              <a:buChar char="Ø"/>
            </a:pPr>
            <a:r>
              <a:rPr lang="en-US" b="1" dirty="0"/>
              <a:t>Shell Eco-Marathon. (2023).</a:t>
            </a:r>
            <a:r>
              <a:rPr lang="en-US" dirty="0"/>
              <a:t> </a:t>
            </a:r>
            <a:r>
              <a:rPr lang="en-US" i="1" dirty="0"/>
              <a:t>Technical Regulations for Prototype Vehicles.</a:t>
            </a:r>
            <a:r>
              <a:rPr lang="en-US" dirty="0"/>
              <a:t> Shell Global.</a:t>
            </a:r>
            <a:br>
              <a:rPr lang="en-US" dirty="0"/>
            </a:br>
            <a:r>
              <a:rPr lang="en-US" dirty="0"/>
              <a:t>– SEM motor application context.</a:t>
            </a:r>
          </a:p>
          <a:p>
            <a:pPr marL="285750" indent="-285750">
              <a:buFont typeface="Wingdings" panose="05000000000000000000" pitchFamily="2" charset="2"/>
              <a:buChar char="Ø"/>
            </a:pPr>
            <a:endParaRPr lang="en-IN" b="1" dirty="0">
              <a:latin typeface="Space Mono" panose="020B0604020202020204" charset="0"/>
            </a:endParaRPr>
          </a:p>
        </p:txBody>
      </p:sp>
    </p:spTree>
  </p:cSld>
  <p:clrMapOvr>
    <a:masterClrMapping/>
  </p:clrMapOvr>
</p:sld>
</file>

<file path=ppt/theme/theme1.xml><?xml version="1.0" encoding="utf-8"?>
<a:theme xmlns:a="http://schemas.openxmlformats.org/drawingml/2006/main" name="Mechanic Gear Aesthetic Project Proposal by Slidesgo">
  <a:themeElements>
    <a:clrScheme name="Simple Light">
      <a:dk1>
        <a:srgbClr val="191919"/>
      </a:dk1>
      <a:lt1>
        <a:srgbClr val="E6E6E6"/>
      </a:lt1>
      <a:dk2>
        <a:srgbClr val="CACACA"/>
      </a:dk2>
      <a:lt2>
        <a:srgbClr val="B6B6B6"/>
      </a:lt2>
      <a:accent1>
        <a:srgbClr val="747474"/>
      </a:accent1>
      <a:accent2>
        <a:srgbClr val="4E4E4E"/>
      </a:accent2>
      <a:accent3>
        <a:srgbClr val="FFFFFF"/>
      </a:accent3>
      <a:accent4>
        <a:srgbClr val="FFFFFF"/>
      </a:accent4>
      <a:accent5>
        <a:srgbClr val="FFFFFF"/>
      </a:accent5>
      <a:accent6>
        <a:srgbClr val="FFFFFF"/>
      </a:accent6>
      <a:hlink>
        <a:srgbClr val="7474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7683</TotalTime>
  <Words>2371</Words>
  <Application>Microsoft Office PowerPoint</Application>
  <PresentationFormat>On-screen Show (16:9)</PresentationFormat>
  <Paragraphs>213</Paragraphs>
  <Slides>22</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Cambria Math</vt:lpstr>
      <vt:lpstr>Open Sans</vt:lpstr>
      <vt:lpstr>Roboto Condensed Light</vt:lpstr>
      <vt:lpstr>Archivo</vt:lpstr>
      <vt:lpstr>PT Sans</vt:lpstr>
      <vt:lpstr>Space Mono</vt:lpstr>
      <vt:lpstr>Wingdings</vt:lpstr>
      <vt:lpstr>Arial</vt:lpstr>
      <vt:lpstr>Mechanic Gear Aesthetic Project Proposal by Slidesgo</vt:lpstr>
      <vt:lpstr>ANALYSING OF MOTOR CHARACTERISTICS FOR SHELL ECO MARATHON PROJECT </vt:lpstr>
      <vt:lpstr>PowerPoint Presentation</vt:lpstr>
      <vt:lpstr>Motivation / Background</vt:lpstr>
      <vt:lpstr>Aim: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vignesh M</cp:lastModifiedBy>
  <cp:revision>5</cp:revision>
  <dcterms:modified xsi:type="dcterms:W3CDTF">2025-11-17T17:55:46Z</dcterms:modified>
</cp:coreProperties>
</file>